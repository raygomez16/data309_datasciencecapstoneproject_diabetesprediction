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3"/>
  </p:notesMasterIdLst>
  <p:sldIdLst>
    <p:sldId id="256" r:id="rId2"/>
    <p:sldId id="306" r:id="rId3"/>
    <p:sldId id="307" r:id="rId4"/>
    <p:sldId id="308" r:id="rId5"/>
    <p:sldId id="315" r:id="rId6"/>
    <p:sldId id="309" r:id="rId7"/>
    <p:sldId id="316" r:id="rId8"/>
    <p:sldId id="310" r:id="rId9"/>
    <p:sldId id="311" r:id="rId10"/>
    <p:sldId id="313" r:id="rId11"/>
    <p:sldId id="314" r:id="rId12"/>
  </p:sldIdLst>
  <p:sldSz cx="9144000" cy="5143500" type="screen16x9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Lato Light" panose="020F0502020204030203" pitchFamily="34" charset="0"/>
      <p:regular r:id="rId18"/>
      <p:italic r:id="rId19"/>
    </p:embeddedFont>
    <p:embeddedFont>
      <p:font typeface="Nunito Light" pitchFamily="2" charset="77"/>
      <p:regular r:id="rId20"/>
      <p:italic r:id="rId21"/>
    </p:embeddedFont>
    <p:embeddedFont>
      <p:font typeface="Outfit" pitchFamily="2" charset="0"/>
      <p:regular r:id="rId22"/>
      <p:bold r:id="rId23"/>
    </p:embeddedFont>
    <p:embeddedFont>
      <p:font typeface="Outfit ExtraBold" pitchFamily="2" charset="0"/>
      <p:bold r:id="rId24"/>
    </p:embeddedFont>
    <p:embeddedFont>
      <p:font typeface="Outfit SemiBold" pitchFamily="2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4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C57D"/>
    <a:srgbClr val="2444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0C407E-9CAC-0C49-B9B9-DE4EEAFE7514}" v="1723" dt="2025-10-21T00:02:12.411"/>
  </p1510:revLst>
</p1510:revInfo>
</file>

<file path=ppt/tableStyles.xml><?xml version="1.0" encoding="utf-8"?>
<a:tblStyleLst xmlns:a="http://schemas.openxmlformats.org/drawingml/2006/main" def="{21FA9783-7749-462E-A58D-64B99FE4ACD1}">
  <a:tblStyle styleId="{21FA9783-7749-462E-A58D-64B99FE4AC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6CE86DC-8EA1-46C3-A9CF-CB73D0BDC29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705"/>
  </p:normalViewPr>
  <p:slideViewPr>
    <p:cSldViewPr snapToGrid="0">
      <p:cViewPr varScale="1">
        <p:scale>
          <a:sx n="138" d="100"/>
          <a:sy n="138" d="100"/>
        </p:scale>
        <p:origin x="808" y="184"/>
      </p:cViewPr>
      <p:guideLst>
        <p:guide orient="horz" pos="164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7" name="Google Shape;258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For our Capstone Project we chose to do the Diabetes Prediction Project. I'm Matthew, this is x, y, z.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Baseline model SHAP (all predictors except HbA1c), why removed only smoking history and kept heart disease and hypertension</a:t>
            </a:r>
          </a:p>
          <a:p>
            <a:r>
              <a:rPr lang="en-US"/>
              <a:t>Experiment 2 is the best  (removed smoking history and RMSprop optimizer)</a:t>
            </a:r>
          </a:p>
          <a:p>
            <a:r>
              <a:rPr lang="en-US"/>
              <a:t>Talk about the performance</a:t>
            </a:r>
          </a:p>
          <a:p>
            <a:r>
              <a:rPr lang="en-US"/>
              <a:t>After ANN, did logistic regression and both models were evaluated.</a:t>
            </a:r>
          </a:p>
          <a:p>
            <a:r>
              <a:rPr lang="en-US"/>
              <a:t>Discuss the evaluation table, explain what is sensitivity and specificity, and conclude that ANN performed better</a:t>
            </a:r>
          </a:p>
        </p:txBody>
      </p:sp>
    </p:spTree>
    <p:extLst>
      <p:ext uri="{BB962C8B-B14F-4D97-AF65-F5344CB8AC3E}">
        <p14:creationId xmlns:p14="http://schemas.microsoft.com/office/powerpoint/2010/main" val="1623442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Made a </a:t>
            </a:r>
            <a:r>
              <a:rPr lang="en-US" err="1">
                <a:latin typeface="Calibri"/>
                <a:ea typeface="Calibri"/>
                <a:cs typeface="Calibri"/>
              </a:rPr>
              <a:t>traditonal</a:t>
            </a:r>
            <a:r>
              <a:rPr lang="en-US">
                <a:latin typeface="Calibri"/>
                <a:ea typeface="Calibri"/>
                <a:cs typeface="Calibri"/>
              </a:rPr>
              <a:t> logistic regression. For consistency we dropped the same variables that was dropped in ANN. </a:t>
            </a:r>
          </a:p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Created a classification table and used 4 key metrics: </a:t>
            </a:r>
            <a:r>
              <a:rPr lang="en-US" err="1">
                <a:latin typeface="Calibri"/>
                <a:ea typeface="Calibri"/>
                <a:cs typeface="Calibri"/>
              </a:rPr>
              <a:t>a,b,c,d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Define sensitivity, specificity, and maybe accuracy. </a:t>
            </a:r>
          </a:p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Tell the metrics and which one was better overall. </a:t>
            </a:r>
          </a:p>
        </p:txBody>
      </p:sp>
    </p:spTree>
    <p:extLst>
      <p:ext uri="{BB962C8B-B14F-4D97-AF65-F5344CB8AC3E}">
        <p14:creationId xmlns:p14="http://schemas.microsoft.com/office/powerpoint/2010/main" val="3392832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 about the gender-based topic why we are doing this. Talk about predictors dropped. </a:t>
            </a:r>
          </a:p>
          <a:p>
            <a:r>
              <a:rPr lang="en-US"/>
              <a:t>Talk about the classification table. </a:t>
            </a:r>
          </a:p>
          <a:p>
            <a:r>
              <a:rPr lang="en-US"/>
              <a:t>Conclusion to why female model is better than male model. Refer to methodology.</a:t>
            </a:r>
          </a:p>
          <a:p>
            <a:r>
              <a:rPr lang="en-US"/>
              <a:t>Conclude with which method is best overall/ group.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915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10" name="Google Shape;10;p2"/>
            <p:cNvSpPr/>
            <p:nvPr/>
          </p:nvSpPr>
          <p:spPr>
            <a:xfrm>
              <a:off x="0" y="19319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0" y="401120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0" y="60904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0" y="81697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0" y="102408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0" y="123201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0" y="143994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0" y="164786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0" y="1854977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0" y="206290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227083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0" y="247876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0" y="268668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0" y="289461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0" y="3102544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0" y="330965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51758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0" y="372550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0" y="393343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414054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0" y="434847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0" y="455640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476432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0" y="497225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6768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47046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26327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05608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78488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64169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74345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722730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02093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8137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6065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639934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19297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8577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577858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55713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36501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15863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495144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47442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53705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32986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12266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9162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70909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5019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29470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08751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8811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6739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46674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25955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05236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84598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6387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43159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22440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01720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81001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0363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9644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8925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8716176" y="19320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8716176" y="40112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8716176" y="60905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8716176" y="81698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8716176" y="102409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8716176" y="123201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8716176" y="143994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8716176" y="164787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8716176" y="185498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8716176" y="206290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8716176" y="227083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8716176" y="247876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8716176" y="268668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8716176" y="289461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8716176" y="310254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8716176" y="330965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8716176" y="351757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8716176" y="372550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8716176" y="393343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8716176" y="414054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8716176" y="434846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8716176" y="455639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8716176" y="476432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8716176" y="497225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907150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886430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 rot="10800000">
            <a:off x="711299" y="4"/>
            <a:ext cx="7721361" cy="453231"/>
            <a:chOff x="713261" y="4150779"/>
            <a:chExt cx="7721361" cy="453231"/>
          </a:xfrm>
        </p:grpSpPr>
        <p:grpSp>
          <p:nvGrpSpPr>
            <p:cNvPr id="103" name="Google Shape;103;p2"/>
            <p:cNvGrpSpPr/>
            <p:nvPr/>
          </p:nvGrpSpPr>
          <p:grpSpPr>
            <a:xfrm>
              <a:off x="713261" y="4150779"/>
              <a:ext cx="4528741" cy="453231"/>
              <a:chOff x="2226811" y="890954"/>
              <a:chExt cx="4528741" cy="453231"/>
            </a:xfrm>
          </p:grpSpPr>
          <p:sp>
            <p:nvSpPr>
              <p:cNvPr id="104" name="Google Shape;104;p2"/>
              <p:cNvSpPr/>
              <p:nvPr/>
            </p:nvSpPr>
            <p:spPr>
              <a:xfrm>
                <a:off x="3450556" y="1155076"/>
                <a:ext cx="92574" cy="189109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500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500"/>
                    </a:lnTo>
                    <a:lnTo>
                      <a:pt x="0" y="1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3909737" y="1006185"/>
                <a:ext cx="92205" cy="3380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681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681"/>
                    </a:lnTo>
                    <a:lnTo>
                      <a:pt x="0" y="26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4521241" y="890954"/>
                <a:ext cx="92574" cy="453231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59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595"/>
                    </a:lnTo>
                    <a:lnTo>
                      <a:pt x="0" y="3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5439602" y="960042"/>
                <a:ext cx="92205" cy="38414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47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47"/>
                    </a:lnTo>
                    <a:lnTo>
                      <a:pt x="0" y="30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4827361" y="1080063"/>
                <a:ext cx="92205" cy="264122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09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095"/>
                    </a:lnTo>
                    <a:lnTo>
                      <a:pt x="0" y="20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297865" y="1196806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756677" y="1196932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4368549" y="1066573"/>
                <a:ext cx="92574" cy="27761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20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2202"/>
                    </a:lnTo>
                    <a:lnTo>
                      <a:pt x="0" y="22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5133482" y="1222651"/>
                <a:ext cx="92205" cy="12153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96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964"/>
                    </a:lnTo>
                    <a:lnTo>
                      <a:pt x="0" y="9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5898415" y="1283418"/>
                <a:ext cx="92205" cy="60767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2"/>
                    </a:lnTo>
                    <a:lnTo>
                      <a:pt x="0" y="4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5745354" y="1188738"/>
                <a:ext cx="92205" cy="155447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23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33"/>
                    </a:lnTo>
                    <a:lnTo>
                      <a:pt x="0" y="12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6510287" y="1215213"/>
                <a:ext cx="92574" cy="12897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023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023"/>
                    </a:lnTo>
                    <a:lnTo>
                      <a:pt x="0" y="10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6357595" y="1255556"/>
                <a:ext cx="92205" cy="8862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0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03"/>
                    </a:lnTo>
                    <a:lnTo>
                      <a:pt x="0" y="7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6663347" y="1236897"/>
                <a:ext cx="92205" cy="107288"/>
              </a:xfrm>
              <a:custGeom>
                <a:avLst/>
                <a:gdLst/>
                <a:ahLst/>
                <a:cxnLst/>
                <a:rect l="l" t="t" r="r" b="b"/>
                <a:pathLst>
                  <a:path w="250" h="851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851"/>
                    </a:lnTo>
                    <a:lnTo>
                      <a:pt x="0" y="8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6204535" y="1126710"/>
                <a:ext cx="92205" cy="21747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72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725"/>
                    </a:lnTo>
                    <a:lnTo>
                      <a:pt x="0" y="17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5286542" y="1168692"/>
                <a:ext cx="92205" cy="1754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39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392"/>
                    </a:lnTo>
                    <a:lnTo>
                      <a:pt x="0" y="1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4062797" y="1196806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2991744" y="1196932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2685624" y="1247992"/>
                <a:ext cx="92205" cy="961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63"/>
                    </a:lnTo>
                    <a:lnTo>
                      <a:pt x="0" y="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2379503" y="1248118"/>
                <a:ext cx="92574" cy="96067"/>
              </a:xfrm>
              <a:custGeom>
                <a:avLst/>
                <a:gdLst/>
                <a:ahLst/>
                <a:cxnLst/>
                <a:rect l="l" t="t" r="r" b="b"/>
                <a:pathLst>
                  <a:path w="251" h="76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762"/>
                    </a:lnTo>
                    <a:lnTo>
                      <a:pt x="0" y="7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2532563" y="1183569"/>
                <a:ext cx="92205" cy="160616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27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74"/>
                    </a:lnTo>
                    <a:lnTo>
                      <a:pt x="0" y="1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3144804" y="1283040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3603617" y="1283040"/>
                <a:ext cx="92574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1" h="48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4215858" y="1283040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4980422" y="1114481"/>
                <a:ext cx="92205" cy="22970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2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22"/>
                    </a:lnTo>
                    <a:lnTo>
                      <a:pt x="0" y="1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4674301" y="1306111"/>
                <a:ext cx="92205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5592294" y="1306111"/>
                <a:ext cx="92574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0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6051475" y="1306111"/>
                <a:ext cx="92205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2838684" y="1313676"/>
                <a:ext cx="92205" cy="3051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4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42"/>
                    </a:lnTo>
                    <a:lnTo>
                      <a:pt x="0" y="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2100" rIns="90000" bIns="421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2226811" y="1105404"/>
                <a:ext cx="92205" cy="238781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9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94"/>
                    </a:lnTo>
                    <a:lnTo>
                      <a:pt x="0" y="18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" name="Google Shape;134;p2"/>
            <p:cNvGrpSpPr/>
            <p:nvPr/>
          </p:nvGrpSpPr>
          <p:grpSpPr>
            <a:xfrm>
              <a:off x="5301739" y="4150779"/>
              <a:ext cx="3132883" cy="453231"/>
              <a:chOff x="5301739" y="4150779"/>
              <a:chExt cx="3132883" cy="453231"/>
            </a:xfrm>
          </p:grpSpPr>
          <p:sp>
            <p:nvSpPr>
              <p:cNvPr id="135" name="Google Shape;135;p2"/>
              <p:cNvSpPr/>
              <p:nvPr/>
            </p:nvSpPr>
            <p:spPr>
              <a:xfrm>
                <a:off x="6517641" y="4414901"/>
                <a:ext cx="92574" cy="189109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500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500"/>
                    </a:lnTo>
                    <a:lnTo>
                      <a:pt x="0" y="1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6974204" y="4266010"/>
                <a:ext cx="92205" cy="3380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681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681"/>
                    </a:lnTo>
                    <a:lnTo>
                      <a:pt x="0" y="26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7582340" y="4150779"/>
                <a:ext cx="92574" cy="453231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59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595"/>
                    </a:lnTo>
                    <a:lnTo>
                      <a:pt x="0" y="3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7886592" y="4339888"/>
                <a:ext cx="92205" cy="264122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09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095"/>
                    </a:lnTo>
                    <a:lnTo>
                      <a:pt x="0" y="20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6365700" y="4456631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6822262" y="4456757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7430029" y="4326398"/>
                <a:ext cx="92574" cy="27761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20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2202"/>
                    </a:lnTo>
                    <a:lnTo>
                      <a:pt x="0" y="22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8190475" y="4482476"/>
                <a:ext cx="92205" cy="12153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96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964"/>
                    </a:lnTo>
                    <a:lnTo>
                      <a:pt x="0" y="9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8342417" y="4428517"/>
                <a:ext cx="92205" cy="1754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39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392"/>
                    </a:lnTo>
                    <a:lnTo>
                      <a:pt x="0" y="1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7126146" y="4456631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6061816" y="4456757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5757933" y="4507817"/>
                <a:ext cx="92205" cy="961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63"/>
                    </a:lnTo>
                    <a:lnTo>
                      <a:pt x="0" y="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5453681" y="4507943"/>
                <a:ext cx="92574" cy="96067"/>
              </a:xfrm>
              <a:custGeom>
                <a:avLst/>
                <a:gdLst/>
                <a:ahLst/>
                <a:cxnLst/>
                <a:rect l="l" t="t" r="r" b="b"/>
                <a:pathLst>
                  <a:path w="251" h="76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762"/>
                    </a:lnTo>
                    <a:lnTo>
                      <a:pt x="0" y="7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5605991" y="4443394"/>
                <a:ext cx="92205" cy="160616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27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74"/>
                    </a:lnTo>
                    <a:lnTo>
                      <a:pt x="0" y="1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6213758" y="4542865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6669952" y="4542865"/>
                <a:ext cx="92574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1" h="48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7278088" y="4542865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8038534" y="4374306"/>
                <a:ext cx="92205" cy="22970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2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22"/>
                    </a:lnTo>
                    <a:lnTo>
                      <a:pt x="0" y="1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7734650" y="4565936"/>
                <a:ext cx="92205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5909875" y="4573501"/>
                <a:ext cx="92205" cy="3051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4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42"/>
                    </a:lnTo>
                    <a:lnTo>
                      <a:pt x="0" y="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2100" rIns="90000" bIns="421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5301739" y="4365229"/>
                <a:ext cx="92205" cy="238781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9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94"/>
                    </a:lnTo>
                    <a:lnTo>
                      <a:pt x="0" y="18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6" name="Google Shape;156;p2"/>
          <p:cNvGrpSpPr/>
          <p:nvPr/>
        </p:nvGrpSpPr>
        <p:grpSpPr>
          <a:xfrm>
            <a:off x="711324" y="4690279"/>
            <a:ext cx="7721361" cy="453231"/>
            <a:chOff x="713261" y="4150779"/>
            <a:chExt cx="7721361" cy="453231"/>
          </a:xfrm>
        </p:grpSpPr>
        <p:grpSp>
          <p:nvGrpSpPr>
            <p:cNvPr id="157" name="Google Shape;157;p2"/>
            <p:cNvGrpSpPr/>
            <p:nvPr/>
          </p:nvGrpSpPr>
          <p:grpSpPr>
            <a:xfrm>
              <a:off x="713261" y="4150779"/>
              <a:ext cx="4528741" cy="453231"/>
              <a:chOff x="2226811" y="890954"/>
              <a:chExt cx="4528741" cy="453231"/>
            </a:xfrm>
          </p:grpSpPr>
          <p:sp>
            <p:nvSpPr>
              <p:cNvPr id="158" name="Google Shape;158;p2"/>
              <p:cNvSpPr/>
              <p:nvPr/>
            </p:nvSpPr>
            <p:spPr>
              <a:xfrm>
                <a:off x="3450556" y="1155076"/>
                <a:ext cx="92574" cy="189109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500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500"/>
                    </a:lnTo>
                    <a:lnTo>
                      <a:pt x="0" y="1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3909737" y="1006185"/>
                <a:ext cx="92205" cy="3380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681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681"/>
                    </a:lnTo>
                    <a:lnTo>
                      <a:pt x="0" y="26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4521241" y="890954"/>
                <a:ext cx="92574" cy="453231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59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595"/>
                    </a:lnTo>
                    <a:lnTo>
                      <a:pt x="0" y="3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5439602" y="960042"/>
                <a:ext cx="92205" cy="38414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47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47"/>
                    </a:lnTo>
                    <a:lnTo>
                      <a:pt x="0" y="30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4827361" y="1080063"/>
                <a:ext cx="92205" cy="264122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09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095"/>
                    </a:lnTo>
                    <a:lnTo>
                      <a:pt x="0" y="20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3297865" y="1196806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3756677" y="1196932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4368549" y="1066573"/>
                <a:ext cx="92574" cy="27761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20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2202"/>
                    </a:lnTo>
                    <a:lnTo>
                      <a:pt x="0" y="22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5133482" y="1222651"/>
                <a:ext cx="92205" cy="12153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96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964"/>
                    </a:lnTo>
                    <a:lnTo>
                      <a:pt x="0" y="9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5898415" y="1283418"/>
                <a:ext cx="92205" cy="60767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2"/>
                    </a:lnTo>
                    <a:lnTo>
                      <a:pt x="0" y="4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5745354" y="1188738"/>
                <a:ext cx="92205" cy="155447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23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33"/>
                    </a:lnTo>
                    <a:lnTo>
                      <a:pt x="0" y="12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6510287" y="1215213"/>
                <a:ext cx="92574" cy="12897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023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023"/>
                    </a:lnTo>
                    <a:lnTo>
                      <a:pt x="0" y="10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>
                <a:off x="6357595" y="1255556"/>
                <a:ext cx="92205" cy="8862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0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03"/>
                    </a:lnTo>
                    <a:lnTo>
                      <a:pt x="0" y="7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>
                <a:off x="6663347" y="1236897"/>
                <a:ext cx="92205" cy="107288"/>
              </a:xfrm>
              <a:custGeom>
                <a:avLst/>
                <a:gdLst/>
                <a:ahLst/>
                <a:cxnLst/>
                <a:rect l="l" t="t" r="r" b="b"/>
                <a:pathLst>
                  <a:path w="250" h="851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851"/>
                    </a:lnTo>
                    <a:lnTo>
                      <a:pt x="0" y="8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>
                <a:off x="6204535" y="1126710"/>
                <a:ext cx="92205" cy="21747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72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725"/>
                    </a:lnTo>
                    <a:lnTo>
                      <a:pt x="0" y="17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5286542" y="1168692"/>
                <a:ext cx="92205" cy="1754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39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392"/>
                    </a:lnTo>
                    <a:lnTo>
                      <a:pt x="0" y="1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>
                <a:off x="4062797" y="1196806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"/>
              <p:cNvSpPr/>
              <p:nvPr/>
            </p:nvSpPr>
            <p:spPr>
              <a:xfrm>
                <a:off x="2991744" y="1196932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2"/>
              <p:cNvSpPr/>
              <p:nvPr/>
            </p:nvSpPr>
            <p:spPr>
              <a:xfrm>
                <a:off x="2685624" y="1247992"/>
                <a:ext cx="92205" cy="961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63"/>
                    </a:lnTo>
                    <a:lnTo>
                      <a:pt x="0" y="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2"/>
              <p:cNvSpPr/>
              <p:nvPr/>
            </p:nvSpPr>
            <p:spPr>
              <a:xfrm>
                <a:off x="2379503" y="1248118"/>
                <a:ext cx="92574" cy="96067"/>
              </a:xfrm>
              <a:custGeom>
                <a:avLst/>
                <a:gdLst/>
                <a:ahLst/>
                <a:cxnLst/>
                <a:rect l="l" t="t" r="r" b="b"/>
                <a:pathLst>
                  <a:path w="251" h="76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762"/>
                    </a:lnTo>
                    <a:lnTo>
                      <a:pt x="0" y="7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>
                <a:off x="2532563" y="1183569"/>
                <a:ext cx="92205" cy="160616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27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74"/>
                    </a:lnTo>
                    <a:lnTo>
                      <a:pt x="0" y="1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>
                <a:off x="3144804" y="1283040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>
                <a:off x="3603617" y="1283040"/>
                <a:ext cx="92574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1" h="48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>
                <a:off x="4215858" y="1283040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>
                <a:off x="4980422" y="1114481"/>
                <a:ext cx="92205" cy="22970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2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22"/>
                    </a:lnTo>
                    <a:lnTo>
                      <a:pt x="0" y="1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>
                <a:off x="4674301" y="1306111"/>
                <a:ext cx="92205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>
                <a:off x="5592294" y="1306111"/>
                <a:ext cx="92574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0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>
                <a:off x="6051475" y="1306111"/>
                <a:ext cx="92205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2"/>
              <p:cNvSpPr/>
              <p:nvPr/>
            </p:nvSpPr>
            <p:spPr>
              <a:xfrm>
                <a:off x="2838684" y="1313676"/>
                <a:ext cx="92205" cy="3051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4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42"/>
                    </a:lnTo>
                    <a:lnTo>
                      <a:pt x="0" y="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2100" rIns="90000" bIns="421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2"/>
              <p:cNvSpPr/>
              <p:nvPr/>
            </p:nvSpPr>
            <p:spPr>
              <a:xfrm>
                <a:off x="2226811" y="1105404"/>
                <a:ext cx="92205" cy="238781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9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94"/>
                    </a:lnTo>
                    <a:lnTo>
                      <a:pt x="0" y="18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8" name="Google Shape;188;p2"/>
            <p:cNvGrpSpPr/>
            <p:nvPr/>
          </p:nvGrpSpPr>
          <p:grpSpPr>
            <a:xfrm>
              <a:off x="5301739" y="4150779"/>
              <a:ext cx="3132883" cy="453231"/>
              <a:chOff x="5301739" y="4150779"/>
              <a:chExt cx="3132883" cy="453231"/>
            </a:xfrm>
          </p:grpSpPr>
          <p:sp>
            <p:nvSpPr>
              <p:cNvPr id="189" name="Google Shape;189;p2"/>
              <p:cNvSpPr/>
              <p:nvPr/>
            </p:nvSpPr>
            <p:spPr>
              <a:xfrm>
                <a:off x="6517641" y="4414901"/>
                <a:ext cx="92574" cy="189109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500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500"/>
                    </a:lnTo>
                    <a:lnTo>
                      <a:pt x="0" y="1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2"/>
              <p:cNvSpPr/>
              <p:nvPr/>
            </p:nvSpPr>
            <p:spPr>
              <a:xfrm>
                <a:off x="6974204" y="4266010"/>
                <a:ext cx="92205" cy="3380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681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681"/>
                    </a:lnTo>
                    <a:lnTo>
                      <a:pt x="0" y="26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>
                <a:off x="7582340" y="4150779"/>
                <a:ext cx="92574" cy="453231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59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595"/>
                    </a:lnTo>
                    <a:lnTo>
                      <a:pt x="0" y="3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>
                <a:off x="7886592" y="4339888"/>
                <a:ext cx="92205" cy="264122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09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095"/>
                    </a:lnTo>
                    <a:lnTo>
                      <a:pt x="0" y="20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2"/>
              <p:cNvSpPr/>
              <p:nvPr/>
            </p:nvSpPr>
            <p:spPr>
              <a:xfrm>
                <a:off x="6365700" y="4456631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>
                <a:off x="6822262" y="4456757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7430029" y="4326398"/>
                <a:ext cx="92574" cy="27761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20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2202"/>
                    </a:lnTo>
                    <a:lnTo>
                      <a:pt x="0" y="22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8190475" y="4482476"/>
                <a:ext cx="92205" cy="12153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96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964"/>
                    </a:lnTo>
                    <a:lnTo>
                      <a:pt x="0" y="9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8342417" y="4428517"/>
                <a:ext cx="92205" cy="1754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39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392"/>
                    </a:lnTo>
                    <a:lnTo>
                      <a:pt x="0" y="1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7126146" y="4456631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6061816" y="4456757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5757933" y="4507817"/>
                <a:ext cx="92205" cy="961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63"/>
                    </a:lnTo>
                    <a:lnTo>
                      <a:pt x="0" y="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5453681" y="4507943"/>
                <a:ext cx="92574" cy="96067"/>
              </a:xfrm>
              <a:custGeom>
                <a:avLst/>
                <a:gdLst/>
                <a:ahLst/>
                <a:cxnLst/>
                <a:rect l="l" t="t" r="r" b="b"/>
                <a:pathLst>
                  <a:path w="251" h="76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762"/>
                    </a:lnTo>
                    <a:lnTo>
                      <a:pt x="0" y="7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5605991" y="4443394"/>
                <a:ext cx="92205" cy="160616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27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74"/>
                    </a:lnTo>
                    <a:lnTo>
                      <a:pt x="0" y="1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6213758" y="4542865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>
                <a:off x="6669952" y="4542865"/>
                <a:ext cx="92574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1" h="48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7278088" y="4542865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8038534" y="4374306"/>
                <a:ext cx="92205" cy="22970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2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22"/>
                    </a:lnTo>
                    <a:lnTo>
                      <a:pt x="0" y="1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7734650" y="4565936"/>
                <a:ext cx="92205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5909875" y="4573501"/>
                <a:ext cx="92205" cy="3051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4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42"/>
                    </a:lnTo>
                    <a:lnTo>
                      <a:pt x="0" y="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2100" rIns="90000" bIns="421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5301739" y="4365229"/>
                <a:ext cx="92205" cy="238781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9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94"/>
                    </a:lnTo>
                    <a:lnTo>
                      <a:pt x="0" y="18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0" name="Google Shape;210;p2"/>
          <p:cNvSpPr txBox="1">
            <a:spLocks noGrp="1"/>
          </p:cNvSpPr>
          <p:nvPr>
            <p:ph type="ctrTitle"/>
          </p:nvPr>
        </p:nvSpPr>
        <p:spPr>
          <a:xfrm>
            <a:off x="713225" y="1570400"/>
            <a:ext cx="7717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2"/>
          <p:cNvSpPr txBox="1">
            <a:spLocks noGrp="1"/>
          </p:cNvSpPr>
          <p:nvPr>
            <p:ph type="subTitle" idx="1"/>
          </p:nvPr>
        </p:nvSpPr>
        <p:spPr>
          <a:xfrm>
            <a:off x="713225" y="3180500"/>
            <a:ext cx="7721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Google Shape;375;p4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376" name="Google Shape;376;p4"/>
            <p:cNvSpPr/>
            <p:nvPr/>
          </p:nvSpPr>
          <p:spPr>
            <a:xfrm>
              <a:off x="0" y="19319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4"/>
            <p:cNvSpPr/>
            <p:nvPr/>
          </p:nvSpPr>
          <p:spPr>
            <a:xfrm>
              <a:off x="0" y="401120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"/>
            <p:cNvSpPr/>
            <p:nvPr/>
          </p:nvSpPr>
          <p:spPr>
            <a:xfrm>
              <a:off x="0" y="60904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0" y="81697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"/>
            <p:cNvSpPr/>
            <p:nvPr/>
          </p:nvSpPr>
          <p:spPr>
            <a:xfrm>
              <a:off x="0" y="102408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"/>
            <p:cNvSpPr/>
            <p:nvPr/>
          </p:nvSpPr>
          <p:spPr>
            <a:xfrm>
              <a:off x="0" y="123201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"/>
            <p:cNvSpPr/>
            <p:nvPr/>
          </p:nvSpPr>
          <p:spPr>
            <a:xfrm>
              <a:off x="0" y="143994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"/>
            <p:cNvSpPr/>
            <p:nvPr/>
          </p:nvSpPr>
          <p:spPr>
            <a:xfrm>
              <a:off x="0" y="164786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"/>
            <p:cNvSpPr/>
            <p:nvPr/>
          </p:nvSpPr>
          <p:spPr>
            <a:xfrm>
              <a:off x="0" y="1854977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"/>
            <p:cNvSpPr/>
            <p:nvPr/>
          </p:nvSpPr>
          <p:spPr>
            <a:xfrm>
              <a:off x="0" y="206290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4"/>
            <p:cNvSpPr/>
            <p:nvPr/>
          </p:nvSpPr>
          <p:spPr>
            <a:xfrm>
              <a:off x="0" y="227083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"/>
            <p:cNvSpPr/>
            <p:nvPr/>
          </p:nvSpPr>
          <p:spPr>
            <a:xfrm>
              <a:off x="0" y="247876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"/>
            <p:cNvSpPr/>
            <p:nvPr/>
          </p:nvSpPr>
          <p:spPr>
            <a:xfrm>
              <a:off x="0" y="268668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"/>
            <p:cNvSpPr/>
            <p:nvPr/>
          </p:nvSpPr>
          <p:spPr>
            <a:xfrm>
              <a:off x="0" y="289461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"/>
            <p:cNvSpPr/>
            <p:nvPr/>
          </p:nvSpPr>
          <p:spPr>
            <a:xfrm>
              <a:off x="0" y="3102544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"/>
            <p:cNvSpPr/>
            <p:nvPr/>
          </p:nvSpPr>
          <p:spPr>
            <a:xfrm>
              <a:off x="0" y="330965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"/>
            <p:cNvSpPr/>
            <p:nvPr/>
          </p:nvSpPr>
          <p:spPr>
            <a:xfrm>
              <a:off x="0" y="351758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"/>
            <p:cNvSpPr/>
            <p:nvPr/>
          </p:nvSpPr>
          <p:spPr>
            <a:xfrm>
              <a:off x="0" y="372550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"/>
            <p:cNvSpPr/>
            <p:nvPr/>
          </p:nvSpPr>
          <p:spPr>
            <a:xfrm>
              <a:off x="0" y="393343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"/>
            <p:cNvSpPr/>
            <p:nvPr/>
          </p:nvSpPr>
          <p:spPr>
            <a:xfrm>
              <a:off x="0" y="414054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"/>
            <p:cNvSpPr/>
            <p:nvPr/>
          </p:nvSpPr>
          <p:spPr>
            <a:xfrm>
              <a:off x="0" y="434847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"/>
            <p:cNvSpPr/>
            <p:nvPr/>
          </p:nvSpPr>
          <p:spPr>
            <a:xfrm>
              <a:off x="0" y="455640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"/>
            <p:cNvSpPr/>
            <p:nvPr/>
          </p:nvSpPr>
          <p:spPr>
            <a:xfrm>
              <a:off x="0" y="476432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"/>
            <p:cNvSpPr/>
            <p:nvPr/>
          </p:nvSpPr>
          <p:spPr>
            <a:xfrm>
              <a:off x="0" y="497225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4"/>
            <p:cNvSpPr/>
            <p:nvPr/>
          </p:nvSpPr>
          <p:spPr>
            <a:xfrm>
              <a:off x="86768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"/>
            <p:cNvSpPr/>
            <p:nvPr/>
          </p:nvSpPr>
          <p:spPr>
            <a:xfrm>
              <a:off x="847046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4"/>
            <p:cNvSpPr/>
            <p:nvPr/>
          </p:nvSpPr>
          <p:spPr>
            <a:xfrm>
              <a:off x="826327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4"/>
            <p:cNvSpPr/>
            <p:nvPr/>
          </p:nvSpPr>
          <p:spPr>
            <a:xfrm>
              <a:off x="805608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4"/>
            <p:cNvSpPr/>
            <p:nvPr/>
          </p:nvSpPr>
          <p:spPr>
            <a:xfrm>
              <a:off x="78488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4"/>
            <p:cNvSpPr/>
            <p:nvPr/>
          </p:nvSpPr>
          <p:spPr>
            <a:xfrm>
              <a:off x="764169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4"/>
            <p:cNvSpPr/>
            <p:nvPr/>
          </p:nvSpPr>
          <p:spPr>
            <a:xfrm>
              <a:off x="74345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"/>
            <p:cNvSpPr/>
            <p:nvPr/>
          </p:nvSpPr>
          <p:spPr>
            <a:xfrm>
              <a:off x="722730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"/>
            <p:cNvSpPr/>
            <p:nvPr/>
          </p:nvSpPr>
          <p:spPr>
            <a:xfrm>
              <a:off x="702093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"/>
            <p:cNvSpPr/>
            <p:nvPr/>
          </p:nvSpPr>
          <p:spPr>
            <a:xfrm>
              <a:off x="68137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"/>
            <p:cNvSpPr/>
            <p:nvPr/>
          </p:nvSpPr>
          <p:spPr>
            <a:xfrm>
              <a:off x="66065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4"/>
            <p:cNvSpPr/>
            <p:nvPr/>
          </p:nvSpPr>
          <p:spPr>
            <a:xfrm>
              <a:off x="639934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"/>
            <p:cNvSpPr/>
            <p:nvPr/>
          </p:nvSpPr>
          <p:spPr>
            <a:xfrm>
              <a:off x="619297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"/>
            <p:cNvSpPr/>
            <p:nvPr/>
          </p:nvSpPr>
          <p:spPr>
            <a:xfrm>
              <a:off x="598577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4"/>
            <p:cNvSpPr/>
            <p:nvPr/>
          </p:nvSpPr>
          <p:spPr>
            <a:xfrm>
              <a:off x="577858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"/>
            <p:cNvSpPr/>
            <p:nvPr/>
          </p:nvSpPr>
          <p:spPr>
            <a:xfrm>
              <a:off x="55713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"/>
            <p:cNvSpPr/>
            <p:nvPr/>
          </p:nvSpPr>
          <p:spPr>
            <a:xfrm>
              <a:off x="536501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4"/>
            <p:cNvSpPr/>
            <p:nvPr/>
          </p:nvSpPr>
          <p:spPr>
            <a:xfrm>
              <a:off x="515863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4"/>
            <p:cNvSpPr/>
            <p:nvPr/>
          </p:nvSpPr>
          <p:spPr>
            <a:xfrm>
              <a:off x="495144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4"/>
            <p:cNvSpPr/>
            <p:nvPr/>
          </p:nvSpPr>
          <p:spPr>
            <a:xfrm>
              <a:off x="47442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4"/>
            <p:cNvSpPr/>
            <p:nvPr/>
          </p:nvSpPr>
          <p:spPr>
            <a:xfrm>
              <a:off x="453705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"/>
            <p:cNvSpPr/>
            <p:nvPr/>
          </p:nvSpPr>
          <p:spPr>
            <a:xfrm>
              <a:off x="432986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"/>
            <p:cNvSpPr/>
            <p:nvPr/>
          </p:nvSpPr>
          <p:spPr>
            <a:xfrm>
              <a:off x="412266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"/>
            <p:cNvSpPr/>
            <p:nvPr/>
          </p:nvSpPr>
          <p:spPr>
            <a:xfrm>
              <a:off x="39162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4"/>
            <p:cNvSpPr/>
            <p:nvPr/>
          </p:nvSpPr>
          <p:spPr>
            <a:xfrm>
              <a:off x="370909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4"/>
            <p:cNvSpPr/>
            <p:nvPr/>
          </p:nvSpPr>
          <p:spPr>
            <a:xfrm>
              <a:off x="35019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4"/>
            <p:cNvSpPr/>
            <p:nvPr/>
          </p:nvSpPr>
          <p:spPr>
            <a:xfrm>
              <a:off x="329470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4"/>
            <p:cNvSpPr/>
            <p:nvPr/>
          </p:nvSpPr>
          <p:spPr>
            <a:xfrm>
              <a:off x="308751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4"/>
            <p:cNvSpPr/>
            <p:nvPr/>
          </p:nvSpPr>
          <p:spPr>
            <a:xfrm>
              <a:off x="28811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4"/>
            <p:cNvSpPr/>
            <p:nvPr/>
          </p:nvSpPr>
          <p:spPr>
            <a:xfrm>
              <a:off x="26739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4"/>
            <p:cNvSpPr/>
            <p:nvPr/>
          </p:nvSpPr>
          <p:spPr>
            <a:xfrm>
              <a:off x="246674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4"/>
            <p:cNvSpPr/>
            <p:nvPr/>
          </p:nvSpPr>
          <p:spPr>
            <a:xfrm>
              <a:off x="225955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4"/>
            <p:cNvSpPr/>
            <p:nvPr/>
          </p:nvSpPr>
          <p:spPr>
            <a:xfrm>
              <a:off x="205236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4"/>
            <p:cNvSpPr/>
            <p:nvPr/>
          </p:nvSpPr>
          <p:spPr>
            <a:xfrm>
              <a:off x="184598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4"/>
            <p:cNvSpPr/>
            <p:nvPr/>
          </p:nvSpPr>
          <p:spPr>
            <a:xfrm>
              <a:off x="16387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4"/>
            <p:cNvSpPr/>
            <p:nvPr/>
          </p:nvSpPr>
          <p:spPr>
            <a:xfrm>
              <a:off x="143159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4"/>
            <p:cNvSpPr/>
            <p:nvPr/>
          </p:nvSpPr>
          <p:spPr>
            <a:xfrm>
              <a:off x="122440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4"/>
            <p:cNvSpPr/>
            <p:nvPr/>
          </p:nvSpPr>
          <p:spPr>
            <a:xfrm>
              <a:off x="101720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4"/>
            <p:cNvSpPr/>
            <p:nvPr/>
          </p:nvSpPr>
          <p:spPr>
            <a:xfrm>
              <a:off x="81001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4"/>
            <p:cNvSpPr/>
            <p:nvPr/>
          </p:nvSpPr>
          <p:spPr>
            <a:xfrm>
              <a:off x="60363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4"/>
            <p:cNvSpPr/>
            <p:nvPr/>
          </p:nvSpPr>
          <p:spPr>
            <a:xfrm>
              <a:off x="39644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4"/>
            <p:cNvSpPr/>
            <p:nvPr/>
          </p:nvSpPr>
          <p:spPr>
            <a:xfrm>
              <a:off x="18925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4"/>
            <p:cNvSpPr/>
            <p:nvPr/>
          </p:nvSpPr>
          <p:spPr>
            <a:xfrm>
              <a:off x="8716176" y="19320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4"/>
            <p:cNvSpPr/>
            <p:nvPr/>
          </p:nvSpPr>
          <p:spPr>
            <a:xfrm>
              <a:off x="8716176" y="40112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4"/>
            <p:cNvSpPr/>
            <p:nvPr/>
          </p:nvSpPr>
          <p:spPr>
            <a:xfrm>
              <a:off x="8716176" y="60905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4"/>
            <p:cNvSpPr/>
            <p:nvPr/>
          </p:nvSpPr>
          <p:spPr>
            <a:xfrm>
              <a:off x="8716176" y="81698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4"/>
            <p:cNvSpPr/>
            <p:nvPr/>
          </p:nvSpPr>
          <p:spPr>
            <a:xfrm>
              <a:off x="8716176" y="102409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4"/>
            <p:cNvSpPr/>
            <p:nvPr/>
          </p:nvSpPr>
          <p:spPr>
            <a:xfrm>
              <a:off x="8716176" y="123201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"/>
            <p:cNvSpPr/>
            <p:nvPr/>
          </p:nvSpPr>
          <p:spPr>
            <a:xfrm>
              <a:off x="8716176" y="143994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"/>
            <p:cNvSpPr/>
            <p:nvPr/>
          </p:nvSpPr>
          <p:spPr>
            <a:xfrm>
              <a:off x="8716176" y="164787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"/>
            <p:cNvSpPr/>
            <p:nvPr/>
          </p:nvSpPr>
          <p:spPr>
            <a:xfrm>
              <a:off x="8716176" y="185498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"/>
            <p:cNvSpPr/>
            <p:nvPr/>
          </p:nvSpPr>
          <p:spPr>
            <a:xfrm>
              <a:off x="8716176" y="206290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"/>
            <p:cNvSpPr/>
            <p:nvPr/>
          </p:nvSpPr>
          <p:spPr>
            <a:xfrm>
              <a:off x="8716176" y="227083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"/>
            <p:cNvSpPr/>
            <p:nvPr/>
          </p:nvSpPr>
          <p:spPr>
            <a:xfrm>
              <a:off x="8716176" y="247876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"/>
            <p:cNvSpPr/>
            <p:nvPr/>
          </p:nvSpPr>
          <p:spPr>
            <a:xfrm>
              <a:off x="8716176" y="268668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"/>
            <p:cNvSpPr/>
            <p:nvPr/>
          </p:nvSpPr>
          <p:spPr>
            <a:xfrm>
              <a:off x="8716176" y="289461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"/>
            <p:cNvSpPr/>
            <p:nvPr/>
          </p:nvSpPr>
          <p:spPr>
            <a:xfrm>
              <a:off x="8716176" y="310254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"/>
            <p:cNvSpPr/>
            <p:nvPr/>
          </p:nvSpPr>
          <p:spPr>
            <a:xfrm>
              <a:off x="8716176" y="330965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"/>
            <p:cNvSpPr/>
            <p:nvPr/>
          </p:nvSpPr>
          <p:spPr>
            <a:xfrm>
              <a:off x="8716176" y="351757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4"/>
            <p:cNvSpPr/>
            <p:nvPr/>
          </p:nvSpPr>
          <p:spPr>
            <a:xfrm>
              <a:off x="8716176" y="372550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"/>
            <p:cNvSpPr/>
            <p:nvPr/>
          </p:nvSpPr>
          <p:spPr>
            <a:xfrm>
              <a:off x="8716176" y="393343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"/>
            <p:cNvSpPr/>
            <p:nvPr/>
          </p:nvSpPr>
          <p:spPr>
            <a:xfrm>
              <a:off x="8716176" y="414054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"/>
            <p:cNvSpPr/>
            <p:nvPr/>
          </p:nvSpPr>
          <p:spPr>
            <a:xfrm>
              <a:off x="8716176" y="434846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"/>
            <p:cNvSpPr/>
            <p:nvPr/>
          </p:nvSpPr>
          <p:spPr>
            <a:xfrm>
              <a:off x="8716176" y="455639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"/>
            <p:cNvSpPr/>
            <p:nvPr/>
          </p:nvSpPr>
          <p:spPr>
            <a:xfrm>
              <a:off x="8716176" y="476432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"/>
            <p:cNvSpPr/>
            <p:nvPr/>
          </p:nvSpPr>
          <p:spPr>
            <a:xfrm>
              <a:off x="8716176" y="497225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"/>
            <p:cNvSpPr/>
            <p:nvPr/>
          </p:nvSpPr>
          <p:spPr>
            <a:xfrm>
              <a:off x="907150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"/>
            <p:cNvSpPr/>
            <p:nvPr/>
          </p:nvSpPr>
          <p:spPr>
            <a:xfrm>
              <a:off x="886430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8" name="Google Shape;468;p4"/>
          <p:cNvGrpSpPr/>
          <p:nvPr/>
        </p:nvGrpSpPr>
        <p:grpSpPr>
          <a:xfrm>
            <a:off x="229136" y="121993"/>
            <a:ext cx="398326" cy="493698"/>
            <a:chOff x="5433840" y="2050560"/>
            <a:chExt cx="388800" cy="1409760"/>
          </a:xfrm>
        </p:grpSpPr>
        <p:sp>
          <p:nvSpPr>
            <p:cNvPr id="469" name="Google Shape;469;p4"/>
            <p:cNvSpPr/>
            <p:nvPr/>
          </p:nvSpPr>
          <p:spPr>
            <a:xfrm>
              <a:off x="5433840" y="2706120"/>
              <a:ext cx="90000" cy="754200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"/>
            <p:cNvSpPr/>
            <p:nvPr/>
          </p:nvSpPr>
          <p:spPr>
            <a:xfrm>
              <a:off x="5732640" y="2050560"/>
              <a:ext cx="90000" cy="347040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"/>
            <p:cNvSpPr/>
            <p:nvPr/>
          </p:nvSpPr>
          <p:spPr>
            <a:xfrm>
              <a:off x="5583240" y="2050560"/>
              <a:ext cx="90000" cy="655920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2" name="Google Shape;472;p4"/>
          <p:cNvGrpSpPr/>
          <p:nvPr/>
        </p:nvGrpSpPr>
        <p:grpSpPr>
          <a:xfrm>
            <a:off x="8549592" y="4632154"/>
            <a:ext cx="398326" cy="422215"/>
            <a:chOff x="5882040" y="1693080"/>
            <a:chExt cx="388800" cy="1205640"/>
          </a:xfrm>
        </p:grpSpPr>
        <p:sp>
          <p:nvSpPr>
            <p:cNvPr id="473" name="Google Shape;473;p4"/>
            <p:cNvSpPr/>
            <p:nvPr/>
          </p:nvSpPr>
          <p:spPr>
            <a:xfrm>
              <a:off x="6031440" y="1801800"/>
              <a:ext cx="90000" cy="1096920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"/>
            <p:cNvSpPr/>
            <p:nvPr/>
          </p:nvSpPr>
          <p:spPr>
            <a:xfrm>
              <a:off x="5882040" y="2397600"/>
              <a:ext cx="90000" cy="501120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"/>
            <p:cNvSpPr/>
            <p:nvPr/>
          </p:nvSpPr>
          <p:spPr>
            <a:xfrm>
              <a:off x="6180480" y="1693080"/>
              <a:ext cx="90360" cy="108720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6" name="Google Shape;47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9" name="Google Shape;479;p5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480" name="Google Shape;480;p5"/>
            <p:cNvSpPr/>
            <p:nvPr/>
          </p:nvSpPr>
          <p:spPr>
            <a:xfrm>
              <a:off x="0" y="19319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0" y="401120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0" y="60904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5"/>
            <p:cNvSpPr/>
            <p:nvPr/>
          </p:nvSpPr>
          <p:spPr>
            <a:xfrm>
              <a:off x="0" y="81697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5"/>
            <p:cNvSpPr/>
            <p:nvPr/>
          </p:nvSpPr>
          <p:spPr>
            <a:xfrm>
              <a:off x="0" y="102408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0" y="123201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5"/>
            <p:cNvSpPr/>
            <p:nvPr/>
          </p:nvSpPr>
          <p:spPr>
            <a:xfrm>
              <a:off x="0" y="143994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5"/>
            <p:cNvSpPr/>
            <p:nvPr/>
          </p:nvSpPr>
          <p:spPr>
            <a:xfrm>
              <a:off x="0" y="164786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0" y="1854977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0" y="206290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0" y="227083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0" y="247876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0" y="268668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5"/>
            <p:cNvSpPr/>
            <p:nvPr/>
          </p:nvSpPr>
          <p:spPr>
            <a:xfrm>
              <a:off x="0" y="289461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5"/>
            <p:cNvSpPr/>
            <p:nvPr/>
          </p:nvSpPr>
          <p:spPr>
            <a:xfrm>
              <a:off x="0" y="3102544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5"/>
            <p:cNvSpPr/>
            <p:nvPr/>
          </p:nvSpPr>
          <p:spPr>
            <a:xfrm>
              <a:off x="0" y="330965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5"/>
            <p:cNvSpPr/>
            <p:nvPr/>
          </p:nvSpPr>
          <p:spPr>
            <a:xfrm>
              <a:off x="0" y="351758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5"/>
            <p:cNvSpPr/>
            <p:nvPr/>
          </p:nvSpPr>
          <p:spPr>
            <a:xfrm>
              <a:off x="0" y="372550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5"/>
            <p:cNvSpPr/>
            <p:nvPr/>
          </p:nvSpPr>
          <p:spPr>
            <a:xfrm>
              <a:off x="0" y="393343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5"/>
            <p:cNvSpPr/>
            <p:nvPr/>
          </p:nvSpPr>
          <p:spPr>
            <a:xfrm>
              <a:off x="0" y="414054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5"/>
            <p:cNvSpPr/>
            <p:nvPr/>
          </p:nvSpPr>
          <p:spPr>
            <a:xfrm>
              <a:off x="0" y="434847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5"/>
            <p:cNvSpPr/>
            <p:nvPr/>
          </p:nvSpPr>
          <p:spPr>
            <a:xfrm>
              <a:off x="0" y="455640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5"/>
            <p:cNvSpPr/>
            <p:nvPr/>
          </p:nvSpPr>
          <p:spPr>
            <a:xfrm>
              <a:off x="0" y="476432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5"/>
            <p:cNvSpPr/>
            <p:nvPr/>
          </p:nvSpPr>
          <p:spPr>
            <a:xfrm>
              <a:off x="0" y="497225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5"/>
            <p:cNvSpPr/>
            <p:nvPr/>
          </p:nvSpPr>
          <p:spPr>
            <a:xfrm>
              <a:off x="86768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5"/>
            <p:cNvSpPr/>
            <p:nvPr/>
          </p:nvSpPr>
          <p:spPr>
            <a:xfrm>
              <a:off x="847046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5"/>
            <p:cNvSpPr/>
            <p:nvPr/>
          </p:nvSpPr>
          <p:spPr>
            <a:xfrm>
              <a:off x="826327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5"/>
            <p:cNvSpPr/>
            <p:nvPr/>
          </p:nvSpPr>
          <p:spPr>
            <a:xfrm>
              <a:off x="805608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5"/>
            <p:cNvSpPr/>
            <p:nvPr/>
          </p:nvSpPr>
          <p:spPr>
            <a:xfrm>
              <a:off x="78488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5"/>
            <p:cNvSpPr/>
            <p:nvPr/>
          </p:nvSpPr>
          <p:spPr>
            <a:xfrm>
              <a:off x="764169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5"/>
            <p:cNvSpPr/>
            <p:nvPr/>
          </p:nvSpPr>
          <p:spPr>
            <a:xfrm>
              <a:off x="74345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5"/>
            <p:cNvSpPr/>
            <p:nvPr/>
          </p:nvSpPr>
          <p:spPr>
            <a:xfrm>
              <a:off x="722730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5"/>
            <p:cNvSpPr/>
            <p:nvPr/>
          </p:nvSpPr>
          <p:spPr>
            <a:xfrm>
              <a:off x="702093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5"/>
            <p:cNvSpPr/>
            <p:nvPr/>
          </p:nvSpPr>
          <p:spPr>
            <a:xfrm>
              <a:off x="68137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5"/>
            <p:cNvSpPr/>
            <p:nvPr/>
          </p:nvSpPr>
          <p:spPr>
            <a:xfrm>
              <a:off x="66065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5"/>
            <p:cNvSpPr/>
            <p:nvPr/>
          </p:nvSpPr>
          <p:spPr>
            <a:xfrm>
              <a:off x="639934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5"/>
            <p:cNvSpPr/>
            <p:nvPr/>
          </p:nvSpPr>
          <p:spPr>
            <a:xfrm>
              <a:off x="619297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5"/>
            <p:cNvSpPr/>
            <p:nvPr/>
          </p:nvSpPr>
          <p:spPr>
            <a:xfrm>
              <a:off x="598577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5"/>
            <p:cNvSpPr/>
            <p:nvPr/>
          </p:nvSpPr>
          <p:spPr>
            <a:xfrm>
              <a:off x="577858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5"/>
            <p:cNvSpPr/>
            <p:nvPr/>
          </p:nvSpPr>
          <p:spPr>
            <a:xfrm>
              <a:off x="55713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5"/>
            <p:cNvSpPr/>
            <p:nvPr/>
          </p:nvSpPr>
          <p:spPr>
            <a:xfrm>
              <a:off x="536501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5"/>
            <p:cNvSpPr/>
            <p:nvPr/>
          </p:nvSpPr>
          <p:spPr>
            <a:xfrm>
              <a:off x="515863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5"/>
            <p:cNvSpPr/>
            <p:nvPr/>
          </p:nvSpPr>
          <p:spPr>
            <a:xfrm>
              <a:off x="495144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5"/>
            <p:cNvSpPr/>
            <p:nvPr/>
          </p:nvSpPr>
          <p:spPr>
            <a:xfrm>
              <a:off x="47442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5"/>
            <p:cNvSpPr/>
            <p:nvPr/>
          </p:nvSpPr>
          <p:spPr>
            <a:xfrm>
              <a:off x="453705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5"/>
            <p:cNvSpPr/>
            <p:nvPr/>
          </p:nvSpPr>
          <p:spPr>
            <a:xfrm>
              <a:off x="432986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5"/>
            <p:cNvSpPr/>
            <p:nvPr/>
          </p:nvSpPr>
          <p:spPr>
            <a:xfrm>
              <a:off x="412266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5"/>
            <p:cNvSpPr/>
            <p:nvPr/>
          </p:nvSpPr>
          <p:spPr>
            <a:xfrm>
              <a:off x="39162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5"/>
            <p:cNvSpPr/>
            <p:nvPr/>
          </p:nvSpPr>
          <p:spPr>
            <a:xfrm>
              <a:off x="370909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5"/>
            <p:cNvSpPr/>
            <p:nvPr/>
          </p:nvSpPr>
          <p:spPr>
            <a:xfrm>
              <a:off x="35019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5"/>
            <p:cNvSpPr/>
            <p:nvPr/>
          </p:nvSpPr>
          <p:spPr>
            <a:xfrm>
              <a:off x="329470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5"/>
            <p:cNvSpPr/>
            <p:nvPr/>
          </p:nvSpPr>
          <p:spPr>
            <a:xfrm>
              <a:off x="308751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5"/>
            <p:cNvSpPr/>
            <p:nvPr/>
          </p:nvSpPr>
          <p:spPr>
            <a:xfrm>
              <a:off x="28811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5"/>
            <p:cNvSpPr/>
            <p:nvPr/>
          </p:nvSpPr>
          <p:spPr>
            <a:xfrm>
              <a:off x="26739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5"/>
            <p:cNvSpPr/>
            <p:nvPr/>
          </p:nvSpPr>
          <p:spPr>
            <a:xfrm>
              <a:off x="246674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5"/>
            <p:cNvSpPr/>
            <p:nvPr/>
          </p:nvSpPr>
          <p:spPr>
            <a:xfrm>
              <a:off x="225955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5"/>
            <p:cNvSpPr/>
            <p:nvPr/>
          </p:nvSpPr>
          <p:spPr>
            <a:xfrm>
              <a:off x="205236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5"/>
            <p:cNvSpPr/>
            <p:nvPr/>
          </p:nvSpPr>
          <p:spPr>
            <a:xfrm>
              <a:off x="184598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5"/>
            <p:cNvSpPr/>
            <p:nvPr/>
          </p:nvSpPr>
          <p:spPr>
            <a:xfrm>
              <a:off x="16387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5"/>
            <p:cNvSpPr/>
            <p:nvPr/>
          </p:nvSpPr>
          <p:spPr>
            <a:xfrm>
              <a:off x="143159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5"/>
            <p:cNvSpPr/>
            <p:nvPr/>
          </p:nvSpPr>
          <p:spPr>
            <a:xfrm>
              <a:off x="122440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5"/>
            <p:cNvSpPr/>
            <p:nvPr/>
          </p:nvSpPr>
          <p:spPr>
            <a:xfrm>
              <a:off x="101720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5"/>
            <p:cNvSpPr/>
            <p:nvPr/>
          </p:nvSpPr>
          <p:spPr>
            <a:xfrm>
              <a:off x="81001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5"/>
            <p:cNvSpPr/>
            <p:nvPr/>
          </p:nvSpPr>
          <p:spPr>
            <a:xfrm>
              <a:off x="60363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5"/>
            <p:cNvSpPr/>
            <p:nvPr/>
          </p:nvSpPr>
          <p:spPr>
            <a:xfrm>
              <a:off x="39644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5"/>
            <p:cNvSpPr/>
            <p:nvPr/>
          </p:nvSpPr>
          <p:spPr>
            <a:xfrm>
              <a:off x="18925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5"/>
            <p:cNvSpPr/>
            <p:nvPr/>
          </p:nvSpPr>
          <p:spPr>
            <a:xfrm>
              <a:off x="8716176" y="19320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5"/>
            <p:cNvSpPr/>
            <p:nvPr/>
          </p:nvSpPr>
          <p:spPr>
            <a:xfrm>
              <a:off x="8716176" y="40112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5"/>
            <p:cNvSpPr/>
            <p:nvPr/>
          </p:nvSpPr>
          <p:spPr>
            <a:xfrm>
              <a:off x="8716176" y="60905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5"/>
            <p:cNvSpPr/>
            <p:nvPr/>
          </p:nvSpPr>
          <p:spPr>
            <a:xfrm>
              <a:off x="8716176" y="81698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5"/>
            <p:cNvSpPr/>
            <p:nvPr/>
          </p:nvSpPr>
          <p:spPr>
            <a:xfrm>
              <a:off x="8716176" y="102409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5"/>
            <p:cNvSpPr/>
            <p:nvPr/>
          </p:nvSpPr>
          <p:spPr>
            <a:xfrm>
              <a:off x="8716176" y="123201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5"/>
            <p:cNvSpPr/>
            <p:nvPr/>
          </p:nvSpPr>
          <p:spPr>
            <a:xfrm>
              <a:off x="8716176" y="143994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5"/>
            <p:cNvSpPr/>
            <p:nvPr/>
          </p:nvSpPr>
          <p:spPr>
            <a:xfrm>
              <a:off x="8716176" y="164787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5"/>
            <p:cNvSpPr/>
            <p:nvPr/>
          </p:nvSpPr>
          <p:spPr>
            <a:xfrm>
              <a:off x="8716176" y="185498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5"/>
            <p:cNvSpPr/>
            <p:nvPr/>
          </p:nvSpPr>
          <p:spPr>
            <a:xfrm>
              <a:off x="8716176" y="206290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5"/>
            <p:cNvSpPr/>
            <p:nvPr/>
          </p:nvSpPr>
          <p:spPr>
            <a:xfrm>
              <a:off x="8716176" y="227083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5"/>
            <p:cNvSpPr/>
            <p:nvPr/>
          </p:nvSpPr>
          <p:spPr>
            <a:xfrm>
              <a:off x="8716176" y="247876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5"/>
            <p:cNvSpPr/>
            <p:nvPr/>
          </p:nvSpPr>
          <p:spPr>
            <a:xfrm>
              <a:off x="8716176" y="268668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5"/>
            <p:cNvSpPr/>
            <p:nvPr/>
          </p:nvSpPr>
          <p:spPr>
            <a:xfrm>
              <a:off x="8716176" y="289461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5"/>
            <p:cNvSpPr/>
            <p:nvPr/>
          </p:nvSpPr>
          <p:spPr>
            <a:xfrm>
              <a:off x="8716176" y="310254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5"/>
            <p:cNvSpPr/>
            <p:nvPr/>
          </p:nvSpPr>
          <p:spPr>
            <a:xfrm>
              <a:off x="8716176" y="330965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5"/>
            <p:cNvSpPr/>
            <p:nvPr/>
          </p:nvSpPr>
          <p:spPr>
            <a:xfrm>
              <a:off x="8716176" y="351757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5"/>
            <p:cNvSpPr/>
            <p:nvPr/>
          </p:nvSpPr>
          <p:spPr>
            <a:xfrm>
              <a:off x="8716176" y="372550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5"/>
            <p:cNvSpPr/>
            <p:nvPr/>
          </p:nvSpPr>
          <p:spPr>
            <a:xfrm>
              <a:off x="8716176" y="393343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5"/>
            <p:cNvSpPr/>
            <p:nvPr/>
          </p:nvSpPr>
          <p:spPr>
            <a:xfrm>
              <a:off x="8716176" y="414054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5"/>
            <p:cNvSpPr/>
            <p:nvPr/>
          </p:nvSpPr>
          <p:spPr>
            <a:xfrm>
              <a:off x="8716176" y="434846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5"/>
            <p:cNvSpPr/>
            <p:nvPr/>
          </p:nvSpPr>
          <p:spPr>
            <a:xfrm>
              <a:off x="8716176" y="455639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5"/>
            <p:cNvSpPr/>
            <p:nvPr/>
          </p:nvSpPr>
          <p:spPr>
            <a:xfrm>
              <a:off x="8716176" y="476432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5"/>
            <p:cNvSpPr/>
            <p:nvPr/>
          </p:nvSpPr>
          <p:spPr>
            <a:xfrm>
              <a:off x="8716176" y="497225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5"/>
            <p:cNvSpPr/>
            <p:nvPr/>
          </p:nvSpPr>
          <p:spPr>
            <a:xfrm>
              <a:off x="907150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5"/>
            <p:cNvSpPr/>
            <p:nvPr/>
          </p:nvSpPr>
          <p:spPr>
            <a:xfrm>
              <a:off x="886430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2" name="Google Shape;57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5"/>
          <p:cNvSpPr txBox="1">
            <a:spLocks noGrp="1"/>
          </p:cNvSpPr>
          <p:nvPr>
            <p:ph type="subTitle" idx="1"/>
          </p:nvPr>
        </p:nvSpPr>
        <p:spPr>
          <a:xfrm>
            <a:off x="5194834" y="3542825"/>
            <a:ext cx="3229200" cy="10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4" name="Google Shape;574;p5"/>
          <p:cNvSpPr txBox="1">
            <a:spLocks noGrp="1"/>
          </p:cNvSpPr>
          <p:nvPr>
            <p:ph type="subTitle" idx="2"/>
          </p:nvPr>
        </p:nvSpPr>
        <p:spPr>
          <a:xfrm>
            <a:off x="720300" y="3542825"/>
            <a:ext cx="3229200" cy="10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5" name="Google Shape;575;p5"/>
          <p:cNvSpPr txBox="1">
            <a:spLocks noGrp="1"/>
          </p:cNvSpPr>
          <p:nvPr>
            <p:ph type="subTitle" idx="3"/>
          </p:nvPr>
        </p:nvSpPr>
        <p:spPr>
          <a:xfrm>
            <a:off x="5194825" y="3122525"/>
            <a:ext cx="3229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endParaRPr/>
          </a:p>
        </p:txBody>
      </p:sp>
      <p:sp>
        <p:nvSpPr>
          <p:cNvPr id="576" name="Google Shape;576;p5"/>
          <p:cNvSpPr txBox="1">
            <a:spLocks noGrp="1"/>
          </p:cNvSpPr>
          <p:nvPr>
            <p:ph type="subTitle" idx="4"/>
          </p:nvPr>
        </p:nvSpPr>
        <p:spPr>
          <a:xfrm>
            <a:off x="720000" y="3122525"/>
            <a:ext cx="3229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8" name="Google Shape;578;p6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579" name="Google Shape;579;p6"/>
            <p:cNvSpPr/>
            <p:nvPr/>
          </p:nvSpPr>
          <p:spPr>
            <a:xfrm>
              <a:off x="0" y="19319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6"/>
            <p:cNvSpPr/>
            <p:nvPr/>
          </p:nvSpPr>
          <p:spPr>
            <a:xfrm>
              <a:off x="0" y="401120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6"/>
            <p:cNvSpPr/>
            <p:nvPr/>
          </p:nvSpPr>
          <p:spPr>
            <a:xfrm>
              <a:off x="0" y="60904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6"/>
            <p:cNvSpPr/>
            <p:nvPr/>
          </p:nvSpPr>
          <p:spPr>
            <a:xfrm>
              <a:off x="0" y="81697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6"/>
            <p:cNvSpPr/>
            <p:nvPr/>
          </p:nvSpPr>
          <p:spPr>
            <a:xfrm>
              <a:off x="0" y="102408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6"/>
            <p:cNvSpPr/>
            <p:nvPr/>
          </p:nvSpPr>
          <p:spPr>
            <a:xfrm>
              <a:off x="0" y="123201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6"/>
            <p:cNvSpPr/>
            <p:nvPr/>
          </p:nvSpPr>
          <p:spPr>
            <a:xfrm>
              <a:off x="0" y="143994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0" y="164786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6"/>
            <p:cNvSpPr/>
            <p:nvPr/>
          </p:nvSpPr>
          <p:spPr>
            <a:xfrm>
              <a:off x="0" y="1854977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6"/>
            <p:cNvSpPr/>
            <p:nvPr/>
          </p:nvSpPr>
          <p:spPr>
            <a:xfrm>
              <a:off x="0" y="206290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6"/>
            <p:cNvSpPr/>
            <p:nvPr/>
          </p:nvSpPr>
          <p:spPr>
            <a:xfrm>
              <a:off x="0" y="227083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6"/>
            <p:cNvSpPr/>
            <p:nvPr/>
          </p:nvSpPr>
          <p:spPr>
            <a:xfrm>
              <a:off x="0" y="247876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6"/>
            <p:cNvSpPr/>
            <p:nvPr/>
          </p:nvSpPr>
          <p:spPr>
            <a:xfrm>
              <a:off x="0" y="268668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6"/>
            <p:cNvSpPr/>
            <p:nvPr/>
          </p:nvSpPr>
          <p:spPr>
            <a:xfrm>
              <a:off x="0" y="289461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6"/>
            <p:cNvSpPr/>
            <p:nvPr/>
          </p:nvSpPr>
          <p:spPr>
            <a:xfrm>
              <a:off x="0" y="3102544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6"/>
            <p:cNvSpPr/>
            <p:nvPr/>
          </p:nvSpPr>
          <p:spPr>
            <a:xfrm>
              <a:off x="0" y="330965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6"/>
            <p:cNvSpPr/>
            <p:nvPr/>
          </p:nvSpPr>
          <p:spPr>
            <a:xfrm>
              <a:off x="0" y="351758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6"/>
            <p:cNvSpPr/>
            <p:nvPr/>
          </p:nvSpPr>
          <p:spPr>
            <a:xfrm>
              <a:off x="0" y="372550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6"/>
            <p:cNvSpPr/>
            <p:nvPr/>
          </p:nvSpPr>
          <p:spPr>
            <a:xfrm>
              <a:off x="0" y="393343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6"/>
            <p:cNvSpPr/>
            <p:nvPr/>
          </p:nvSpPr>
          <p:spPr>
            <a:xfrm>
              <a:off x="0" y="414054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6"/>
            <p:cNvSpPr/>
            <p:nvPr/>
          </p:nvSpPr>
          <p:spPr>
            <a:xfrm>
              <a:off x="0" y="434847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6"/>
            <p:cNvSpPr/>
            <p:nvPr/>
          </p:nvSpPr>
          <p:spPr>
            <a:xfrm>
              <a:off x="0" y="455640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6"/>
            <p:cNvSpPr/>
            <p:nvPr/>
          </p:nvSpPr>
          <p:spPr>
            <a:xfrm>
              <a:off x="0" y="476432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0" y="497225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86768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6"/>
            <p:cNvSpPr/>
            <p:nvPr/>
          </p:nvSpPr>
          <p:spPr>
            <a:xfrm>
              <a:off x="847046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6"/>
            <p:cNvSpPr/>
            <p:nvPr/>
          </p:nvSpPr>
          <p:spPr>
            <a:xfrm>
              <a:off x="826327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6"/>
            <p:cNvSpPr/>
            <p:nvPr/>
          </p:nvSpPr>
          <p:spPr>
            <a:xfrm>
              <a:off x="805608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6"/>
            <p:cNvSpPr/>
            <p:nvPr/>
          </p:nvSpPr>
          <p:spPr>
            <a:xfrm>
              <a:off x="78488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6"/>
            <p:cNvSpPr/>
            <p:nvPr/>
          </p:nvSpPr>
          <p:spPr>
            <a:xfrm>
              <a:off x="764169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6"/>
            <p:cNvSpPr/>
            <p:nvPr/>
          </p:nvSpPr>
          <p:spPr>
            <a:xfrm>
              <a:off x="74345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6"/>
            <p:cNvSpPr/>
            <p:nvPr/>
          </p:nvSpPr>
          <p:spPr>
            <a:xfrm>
              <a:off x="722730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6"/>
            <p:cNvSpPr/>
            <p:nvPr/>
          </p:nvSpPr>
          <p:spPr>
            <a:xfrm>
              <a:off x="702093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6"/>
            <p:cNvSpPr/>
            <p:nvPr/>
          </p:nvSpPr>
          <p:spPr>
            <a:xfrm>
              <a:off x="68137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6"/>
            <p:cNvSpPr/>
            <p:nvPr/>
          </p:nvSpPr>
          <p:spPr>
            <a:xfrm>
              <a:off x="66065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6"/>
            <p:cNvSpPr/>
            <p:nvPr/>
          </p:nvSpPr>
          <p:spPr>
            <a:xfrm>
              <a:off x="639934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6"/>
            <p:cNvSpPr/>
            <p:nvPr/>
          </p:nvSpPr>
          <p:spPr>
            <a:xfrm>
              <a:off x="619297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6"/>
            <p:cNvSpPr/>
            <p:nvPr/>
          </p:nvSpPr>
          <p:spPr>
            <a:xfrm>
              <a:off x="598577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577858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6"/>
            <p:cNvSpPr/>
            <p:nvPr/>
          </p:nvSpPr>
          <p:spPr>
            <a:xfrm>
              <a:off x="55713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6"/>
            <p:cNvSpPr/>
            <p:nvPr/>
          </p:nvSpPr>
          <p:spPr>
            <a:xfrm>
              <a:off x="536501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515863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6"/>
            <p:cNvSpPr/>
            <p:nvPr/>
          </p:nvSpPr>
          <p:spPr>
            <a:xfrm>
              <a:off x="495144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6"/>
            <p:cNvSpPr/>
            <p:nvPr/>
          </p:nvSpPr>
          <p:spPr>
            <a:xfrm>
              <a:off x="47442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6"/>
            <p:cNvSpPr/>
            <p:nvPr/>
          </p:nvSpPr>
          <p:spPr>
            <a:xfrm>
              <a:off x="453705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6"/>
            <p:cNvSpPr/>
            <p:nvPr/>
          </p:nvSpPr>
          <p:spPr>
            <a:xfrm>
              <a:off x="432986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6"/>
            <p:cNvSpPr/>
            <p:nvPr/>
          </p:nvSpPr>
          <p:spPr>
            <a:xfrm>
              <a:off x="412266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6"/>
            <p:cNvSpPr/>
            <p:nvPr/>
          </p:nvSpPr>
          <p:spPr>
            <a:xfrm>
              <a:off x="39162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6"/>
            <p:cNvSpPr/>
            <p:nvPr/>
          </p:nvSpPr>
          <p:spPr>
            <a:xfrm>
              <a:off x="370909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6"/>
            <p:cNvSpPr/>
            <p:nvPr/>
          </p:nvSpPr>
          <p:spPr>
            <a:xfrm>
              <a:off x="35019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6"/>
            <p:cNvSpPr/>
            <p:nvPr/>
          </p:nvSpPr>
          <p:spPr>
            <a:xfrm>
              <a:off x="329470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6"/>
            <p:cNvSpPr/>
            <p:nvPr/>
          </p:nvSpPr>
          <p:spPr>
            <a:xfrm>
              <a:off x="308751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6"/>
            <p:cNvSpPr/>
            <p:nvPr/>
          </p:nvSpPr>
          <p:spPr>
            <a:xfrm>
              <a:off x="28811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6"/>
            <p:cNvSpPr/>
            <p:nvPr/>
          </p:nvSpPr>
          <p:spPr>
            <a:xfrm>
              <a:off x="26739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6"/>
            <p:cNvSpPr/>
            <p:nvPr/>
          </p:nvSpPr>
          <p:spPr>
            <a:xfrm>
              <a:off x="246674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6"/>
            <p:cNvSpPr/>
            <p:nvPr/>
          </p:nvSpPr>
          <p:spPr>
            <a:xfrm>
              <a:off x="225955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6"/>
            <p:cNvSpPr/>
            <p:nvPr/>
          </p:nvSpPr>
          <p:spPr>
            <a:xfrm>
              <a:off x="205236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6"/>
            <p:cNvSpPr/>
            <p:nvPr/>
          </p:nvSpPr>
          <p:spPr>
            <a:xfrm>
              <a:off x="184598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6"/>
            <p:cNvSpPr/>
            <p:nvPr/>
          </p:nvSpPr>
          <p:spPr>
            <a:xfrm>
              <a:off x="16387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6"/>
            <p:cNvSpPr/>
            <p:nvPr/>
          </p:nvSpPr>
          <p:spPr>
            <a:xfrm>
              <a:off x="143159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6"/>
            <p:cNvSpPr/>
            <p:nvPr/>
          </p:nvSpPr>
          <p:spPr>
            <a:xfrm>
              <a:off x="122440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6"/>
            <p:cNvSpPr/>
            <p:nvPr/>
          </p:nvSpPr>
          <p:spPr>
            <a:xfrm>
              <a:off x="101720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6"/>
            <p:cNvSpPr/>
            <p:nvPr/>
          </p:nvSpPr>
          <p:spPr>
            <a:xfrm>
              <a:off x="81001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6"/>
            <p:cNvSpPr/>
            <p:nvPr/>
          </p:nvSpPr>
          <p:spPr>
            <a:xfrm>
              <a:off x="60363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6"/>
            <p:cNvSpPr/>
            <p:nvPr/>
          </p:nvSpPr>
          <p:spPr>
            <a:xfrm>
              <a:off x="39644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6"/>
            <p:cNvSpPr/>
            <p:nvPr/>
          </p:nvSpPr>
          <p:spPr>
            <a:xfrm>
              <a:off x="18925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6"/>
            <p:cNvSpPr/>
            <p:nvPr/>
          </p:nvSpPr>
          <p:spPr>
            <a:xfrm>
              <a:off x="8716176" y="19320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6"/>
            <p:cNvSpPr/>
            <p:nvPr/>
          </p:nvSpPr>
          <p:spPr>
            <a:xfrm>
              <a:off x="8716176" y="40112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6"/>
            <p:cNvSpPr/>
            <p:nvPr/>
          </p:nvSpPr>
          <p:spPr>
            <a:xfrm>
              <a:off x="8716176" y="60905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6"/>
            <p:cNvSpPr/>
            <p:nvPr/>
          </p:nvSpPr>
          <p:spPr>
            <a:xfrm>
              <a:off x="8716176" y="81698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6"/>
            <p:cNvSpPr/>
            <p:nvPr/>
          </p:nvSpPr>
          <p:spPr>
            <a:xfrm>
              <a:off x="8716176" y="102409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6"/>
            <p:cNvSpPr/>
            <p:nvPr/>
          </p:nvSpPr>
          <p:spPr>
            <a:xfrm>
              <a:off x="8716176" y="123201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6"/>
            <p:cNvSpPr/>
            <p:nvPr/>
          </p:nvSpPr>
          <p:spPr>
            <a:xfrm>
              <a:off x="8716176" y="143994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6"/>
            <p:cNvSpPr/>
            <p:nvPr/>
          </p:nvSpPr>
          <p:spPr>
            <a:xfrm>
              <a:off x="8716176" y="164787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6"/>
            <p:cNvSpPr/>
            <p:nvPr/>
          </p:nvSpPr>
          <p:spPr>
            <a:xfrm>
              <a:off x="8716176" y="185498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6"/>
            <p:cNvSpPr/>
            <p:nvPr/>
          </p:nvSpPr>
          <p:spPr>
            <a:xfrm>
              <a:off x="8716176" y="206290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6"/>
            <p:cNvSpPr/>
            <p:nvPr/>
          </p:nvSpPr>
          <p:spPr>
            <a:xfrm>
              <a:off x="8716176" y="227083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6"/>
            <p:cNvSpPr/>
            <p:nvPr/>
          </p:nvSpPr>
          <p:spPr>
            <a:xfrm>
              <a:off x="8716176" y="247876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6"/>
            <p:cNvSpPr/>
            <p:nvPr/>
          </p:nvSpPr>
          <p:spPr>
            <a:xfrm>
              <a:off x="8716176" y="268668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6"/>
            <p:cNvSpPr/>
            <p:nvPr/>
          </p:nvSpPr>
          <p:spPr>
            <a:xfrm>
              <a:off x="8716176" y="289461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6"/>
            <p:cNvSpPr/>
            <p:nvPr/>
          </p:nvSpPr>
          <p:spPr>
            <a:xfrm>
              <a:off x="8716176" y="310254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6"/>
            <p:cNvSpPr/>
            <p:nvPr/>
          </p:nvSpPr>
          <p:spPr>
            <a:xfrm>
              <a:off x="8716176" y="330965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6"/>
            <p:cNvSpPr/>
            <p:nvPr/>
          </p:nvSpPr>
          <p:spPr>
            <a:xfrm>
              <a:off x="8716176" y="351757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6"/>
            <p:cNvSpPr/>
            <p:nvPr/>
          </p:nvSpPr>
          <p:spPr>
            <a:xfrm>
              <a:off x="8716176" y="372550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6"/>
            <p:cNvSpPr/>
            <p:nvPr/>
          </p:nvSpPr>
          <p:spPr>
            <a:xfrm>
              <a:off x="8716176" y="393343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6"/>
            <p:cNvSpPr/>
            <p:nvPr/>
          </p:nvSpPr>
          <p:spPr>
            <a:xfrm>
              <a:off x="8716176" y="414054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6"/>
            <p:cNvSpPr/>
            <p:nvPr/>
          </p:nvSpPr>
          <p:spPr>
            <a:xfrm>
              <a:off x="8716176" y="434846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6"/>
            <p:cNvSpPr/>
            <p:nvPr/>
          </p:nvSpPr>
          <p:spPr>
            <a:xfrm>
              <a:off x="8716176" y="455639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6"/>
            <p:cNvSpPr/>
            <p:nvPr/>
          </p:nvSpPr>
          <p:spPr>
            <a:xfrm>
              <a:off x="8716176" y="476432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6"/>
            <p:cNvSpPr/>
            <p:nvPr/>
          </p:nvSpPr>
          <p:spPr>
            <a:xfrm>
              <a:off x="8716176" y="497225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6"/>
            <p:cNvSpPr/>
            <p:nvPr/>
          </p:nvSpPr>
          <p:spPr>
            <a:xfrm>
              <a:off x="907150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6"/>
            <p:cNvSpPr/>
            <p:nvPr/>
          </p:nvSpPr>
          <p:spPr>
            <a:xfrm>
              <a:off x="886430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1" name="Google Shape;671;p6"/>
          <p:cNvGrpSpPr/>
          <p:nvPr/>
        </p:nvGrpSpPr>
        <p:grpSpPr>
          <a:xfrm>
            <a:off x="167252" y="4500432"/>
            <a:ext cx="397957" cy="577662"/>
            <a:chOff x="6031440" y="1249200"/>
            <a:chExt cx="388440" cy="1649520"/>
          </a:xfrm>
        </p:grpSpPr>
        <p:sp>
          <p:nvSpPr>
            <p:cNvPr id="672" name="Google Shape;672;p6"/>
            <p:cNvSpPr/>
            <p:nvPr/>
          </p:nvSpPr>
          <p:spPr>
            <a:xfrm>
              <a:off x="6031440" y="1801800"/>
              <a:ext cx="90000" cy="1096920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6"/>
            <p:cNvSpPr/>
            <p:nvPr/>
          </p:nvSpPr>
          <p:spPr>
            <a:xfrm>
              <a:off x="6329880" y="1249200"/>
              <a:ext cx="90000" cy="443880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6"/>
            <p:cNvSpPr/>
            <p:nvPr/>
          </p:nvSpPr>
          <p:spPr>
            <a:xfrm>
              <a:off x="6180480" y="1693080"/>
              <a:ext cx="90360" cy="108720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5" name="Google Shape;675;p6"/>
          <p:cNvGrpSpPr/>
          <p:nvPr/>
        </p:nvGrpSpPr>
        <p:grpSpPr>
          <a:xfrm>
            <a:off x="8488800" y="227548"/>
            <a:ext cx="398326" cy="217474"/>
            <a:chOff x="6628680" y="910440"/>
            <a:chExt cx="388800" cy="621000"/>
          </a:xfrm>
        </p:grpSpPr>
        <p:sp>
          <p:nvSpPr>
            <p:cNvPr id="676" name="Google Shape;676;p6"/>
            <p:cNvSpPr/>
            <p:nvPr/>
          </p:nvSpPr>
          <p:spPr>
            <a:xfrm>
              <a:off x="6927480" y="910440"/>
              <a:ext cx="90000" cy="253080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6"/>
            <p:cNvSpPr/>
            <p:nvPr/>
          </p:nvSpPr>
          <p:spPr>
            <a:xfrm>
              <a:off x="6778080" y="910440"/>
              <a:ext cx="90000" cy="621000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6"/>
            <p:cNvSpPr/>
            <p:nvPr/>
          </p:nvSpPr>
          <p:spPr>
            <a:xfrm>
              <a:off x="6628680" y="1422720"/>
              <a:ext cx="90000" cy="108720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9" name="Google Shape;67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"/>
          <p:cNvSpPr>
            <a:spLocks noGrp="1"/>
          </p:cNvSpPr>
          <p:nvPr>
            <p:ph type="pic" idx="2"/>
          </p:nvPr>
        </p:nvSpPr>
        <p:spPr>
          <a:xfrm>
            <a:off x="5791200" y="0"/>
            <a:ext cx="33528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82" name="Google Shape;682;p7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683" name="Google Shape;683;p7"/>
            <p:cNvSpPr/>
            <p:nvPr/>
          </p:nvSpPr>
          <p:spPr>
            <a:xfrm>
              <a:off x="0" y="19319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0" y="401120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0" y="60904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0" y="81697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0" y="102408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0" y="123201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0" y="143994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0" y="164786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0" y="1854977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0" y="206290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0" y="227083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0" y="247876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0" y="268668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0" y="289461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0" y="3102544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0" y="330965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0" y="351758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0" y="372550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0" y="393343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0" y="414054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0" y="434847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0" y="455640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0" y="476432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0" y="497225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7"/>
            <p:cNvSpPr/>
            <p:nvPr/>
          </p:nvSpPr>
          <p:spPr>
            <a:xfrm>
              <a:off x="86768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7"/>
            <p:cNvSpPr/>
            <p:nvPr/>
          </p:nvSpPr>
          <p:spPr>
            <a:xfrm>
              <a:off x="847046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7"/>
            <p:cNvSpPr/>
            <p:nvPr/>
          </p:nvSpPr>
          <p:spPr>
            <a:xfrm>
              <a:off x="826327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7"/>
            <p:cNvSpPr/>
            <p:nvPr/>
          </p:nvSpPr>
          <p:spPr>
            <a:xfrm>
              <a:off x="805608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7"/>
            <p:cNvSpPr/>
            <p:nvPr/>
          </p:nvSpPr>
          <p:spPr>
            <a:xfrm>
              <a:off x="78488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7"/>
            <p:cNvSpPr/>
            <p:nvPr/>
          </p:nvSpPr>
          <p:spPr>
            <a:xfrm>
              <a:off x="764169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7"/>
            <p:cNvSpPr/>
            <p:nvPr/>
          </p:nvSpPr>
          <p:spPr>
            <a:xfrm>
              <a:off x="74345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7"/>
            <p:cNvSpPr/>
            <p:nvPr/>
          </p:nvSpPr>
          <p:spPr>
            <a:xfrm>
              <a:off x="722730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7"/>
            <p:cNvSpPr/>
            <p:nvPr/>
          </p:nvSpPr>
          <p:spPr>
            <a:xfrm>
              <a:off x="702093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7"/>
            <p:cNvSpPr/>
            <p:nvPr/>
          </p:nvSpPr>
          <p:spPr>
            <a:xfrm>
              <a:off x="68137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7"/>
            <p:cNvSpPr/>
            <p:nvPr/>
          </p:nvSpPr>
          <p:spPr>
            <a:xfrm>
              <a:off x="66065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7"/>
            <p:cNvSpPr/>
            <p:nvPr/>
          </p:nvSpPr>
          <p:spPr>
            <a:xfrm>
              <a:off x="639934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7"/>
            <p:cNvSpPr/>
            <p:nvPr/>
          </p:nvSpPr>
          <p:spPr>
            <a:xfrm>
              <a:off x="619297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7"/>
            <p:cNvSpPr/>
            <p:nvPr/>
          </p:nvSpPr>
          <p:spPr>
            <a:xfrm>
              <a:off x="598577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7"/>
            <p:cNvSpPr/>
            <p:nvPr/>
          </p:nvSpPr>
          <p:spPr>
            <a:xfrm>
              <a:off x="577858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7"/>
            <p:cNvSpPr/>
            <p:nvPr/>
          </p:nvSpPr>
          <p:spPr>
            <a:xfrm>
              <a:off x="55713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7"/>
            <p:cNvSpPr/>
            <p:nvPr/>
          </p:nvSpPr>
          <p:spPr>
            <a:xfrm>
              <a:off x="536501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7"/>
            <p:cNvSpPr/>
            <p:nvPr/>
          </p:nvSpPr>
          <p:spPr>
            <a:xfrm>
              <a:off x="515863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7"/>
            <p:cNvSpPr/>
            <p:nvPr/>
          </p:nvSpPr>
          <p:spPr>
            <a:xfrm>
              <a:off x="495144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"/>
            <p:cNvSpPr/>
            <p:nvPr/>
          </p:nvSpPr>
          <p:spPr>
            <a:xfrm>
              <a:off x="47442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"/>
            <p:cNvSpPr/>
            <p:nvPr/>
          </p:nvSpPr>
          <p:spPr>
            <a:xfrm>
              <a:off x="453705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7"/>
            <p:cNvSpPr/>
            <p:nvPr/>
          </p:nvSpPr>
          <p:spPr>
            <a:xfrm>
              <a:off x="432986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7"/>
            <p:cNvSpPr/>
            <p:nvPr/>
          </p:nvSpPr>
          <p:spPr>
            <a:xfrm>
              <a:off x="412266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7"/>
            <p:cNvSpPr/>
            <p:nvPr/>
          </p:nvSpPr>
          <p:spPr>
            <a:xfrm>
              <a:off x="39162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7"/>
            <p:cNvSpPr/>
            <p:nvPr/>
          </p:nvSpPr>
          <p:spPr>
            <a:xfrm>
              <a:off x="370909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7"/>
            <p:cNvSpPr/>
            <p:nvPr/>
          </p:nvSpPr>
          <p:spPr>
            <a:xfrm>
              <a:off x="35019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7"/>
            <p:cNvSpPr/>
            <p:nvPr/>
          </p:nvSpPr>
          <p:spPr>
            <a:xfrm>
              <a:off x="329470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7"/>
            <p:cNvSpPr/>
            <p:nvPr/>
          </p:nvSpPr>
          <p:spPr>
            <a:xfrm>
              <a:off x="308751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7"/>
            <p:cNvSpPr/>
            <p:nvPr/>
          </p:nvSpPr>
          <p:spPr>
            <a:xfrm>
              <a:off x="28811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7"/>
            <p:cNvSpPr/>
            <p:nvPr/>
          </p:nvSpPr>
          <p:spPr>
            <a:xfrm>
              <a:off x="26739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7"/>
            <p:cNvSpPr/>
            <p:nvPr/>
          </p:nvSpPr>
          <p:spPr>
            <a:xfrm>
              <a:off x="246674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7"/>
            <p:cNvSpPr/>
            <p:nvPr/>
          </p:nvSpPr>
          <p:spPr>
            <a:xfrm>
              <a:off x="225955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7"/>
            <p:cNvSpPr/>
            <p:nvPr/>
          </p:nvSpPr>
          <p:spPr>
            <a:xfrm>
              <a:off x="205236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7"/>
            <p:cNvSpPr/>
            <p:nvPr/>
          </p:nvSpPr>
          <p:spPr>
            <a:xfrm>
              <a:off x="184598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7"/>
            <p:cNvSpPr/>
            <p:nvPr/>
          </p:nvSpPr>
          <p:spPr>
            <a:xfrm>
              <a:off x="16387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7"/>
            <p:cNvSpPr/>
            <p:nvPr/>
          </p:nvSpPr>
          <p:spPr>
            <a:xfrm>
              <a:off x="143159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7"/>
            <p:cNvSpPr/>
            <p:nvPr/>
          </p:nvSpPr>
          <p:spPr>
            <a:xfrm>
              <a:off x="122440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7"/>
            <p:cNvSpPr/>
            <p:nvPr/>
          </p:nvSpPr>
          <p:spPr>
            <a:xfrm>
              <a:off x="101720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7"/>
            <p:cNvSpPr/>
            <p:nvPr/>
          </p:nvSpPr>
          <p:spPr>
            <a:xfrm>
              <a:off x="81001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7"/>
            <p:cNvSpPr/>
            <p:nvPr/>
          </p:nvSpPr>
          <p:spPr>
            <a:xfrm>
              <a:off x="60363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7"/>
            <p:cNvSpPr/>
            <p:nvPr/>
          </p:nvSpPr>
          <p:spPr>
            <a:xfrm>
              <a:off x="39644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7"/>
            <p:cNvSpPr/>
            <p:nvPr/>
          </p:nvSpPr>
          <p:spPr>
            <a:xfrm>
              <a:off x="18925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7"/>
            <p:cNvSpPr/>
            <p:nvPr/>
          </p:nvSpPr>
          <p:spPr>
            <a:xfrm>
              <a:off x="8716176" y="19320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7"/>
            <p:cNvSpPr/>
            <p:nvPr/>
          </p:nvSpPr>
          <p:spPr>
            <a:xfrm>
              <a:off x="8716176" y="40112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7"/>
            <p:cNvSpPr/>
            <p:nvPr/>
          </p:nvSpPr>
          <p:spPr>
            <a:xfrm>
              <a:off x="8716176" y="60905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7"/>
            <p:cNvSpPr/>
            <p:nvPr/>
          </p:nvSpPr>
          <p:spPr>
            <a:xfrm>
              <a:off x="8716176" y="81698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7"/>
            <p:cNvSpPr/>
            <p:nvPr/>
          </p:nvSpPr>
          <p:spPr>
            <a:xfrm>
              <a:off x="8716176" y="102409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7"/>
            <p:cNvSpPr/>
            <p:nvPr/>
          </p:nvSpPr>
          <p:spPr>
            <a:xfrm>
              <a:off x="8716176" y="123201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7"/>
            <p:cNvSpPr/>
            <p:nvPr/>
          </p:nvSpPr>
          <p:spPr>
            <a:xfrm>
              <a:off x="8716176" y="143994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7"/>
            <p:cNvSpPr/>
            <p:nvPr/>
          </p:nvSpPr>
          <p:spPr>
            <a:xfrm>
              <a:off x="8716176" y="164787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7"/>
            <p:cNvSpPr/>
            <p:nvPr/>
          </p:nvSpPr>
          <p:spPr>
            <a:xfrm>
              <a:off x="8716176" y="185498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7"/>
            <p:cNvSpPr/>
            <p:nvPr/>
          </p:nvSpPr>
          <p:spPr>
            <a:xfrm>
              <a:off x="8716176" y="206290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7"/>
            <p:cNvSpPr/>
            <p:nvPr/>
          </p:nvSpPr>
          <p:spPr>
            <a:xfrm>
              <a:off x="8716176" y="227083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7"/>
            <p:cNvSpPr/>
            <p:nvPr/>
          </p:nvSpPr>
          <p:spPr>
            <a:xfrm>
              <a:off x="8716176" y="247876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7"/>
            <p:cNvSpPr/>
            <p:nvPr/>
          </p:nvSpPr>
          <p:spPr>
            <a:xfrm>
              <a:off x="8716176" y="268668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7"/>
            <p:cNvSpPr/>
            <p:nvPr/>
          </p:nvSpPr>
          <p:spPr>
            <a:xfrm>
              <a:off x="8716176" y="289461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7"/>
            <p:cNvSpPr/>
            <p:nvPr/>
          </p:nvSpPr>
          <p:spPr>
            <a:xfrm>
              <a:off x="8716176" y="310254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7"/>
            <p:cNvSpPr/>
            <p:nvPr/>
          </p:nvSpPr>
          <p:spPr>
            <a:xfrm>
              <a:off x="8716176" y="330965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7"/>
            <p:cNvSpPr/>
            <p:nvPr/>
          </p:nvSpPr>
          <p:spPr>
            <a:xfrm>
              <a:off x="8716176" y="351757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7"/>
            <p:cNvSpPr/>
            <p:nvPr/>
          </p:nvSpPr>
          <p:spPr>
            <a:xfrm>
              <a:off x="8716176" y="372550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7"/>
            <p:cNvSpPr/>
            <p:nvPr/>
          </p:nvSpPr>
          <p:spPr>
            <a:xfrm>
              <a:off x="8716176" y="393343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7"/>
            <p:cNvSpPr/>
            <p:nvPr/>
          </p:nvSpPr>
          <p:spPr>
            <a:xfrm>
              <a:off x="8716176" y="414054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7"/>
            <p:cNvSpPr/>
            <p:nvPr/>
          </p:nvSpPr>
          <p:spPr>
            <a:xfrm>
              <a:off x="8716176" y="434846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7"/>
            <p:cNvSpPr/>
            <p:nvPr/>
          </p:nvSpPr>
          <p:spPr>
            <a:xfrm>
              <a:off x="8716176" y="455639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7"/>
            <p:cNvSpPr/>
            <p:nvPr/>
          </p:nvSpPr>
          <p:spPr>
            <a:xfrm>
              <a:off x="8716176" y="476432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7"/>
            <p:cNvSpPr/>
            <p:nvPr/>
          </p:nvSpPr>
          <p:spPr>
            <a:xfrm>
              <a:off x="8716176" y="497225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7"/>
            <p:cNvSpPr/>
            <p:nvPr/>
          </p:nvSpPr>
          <p:spPr>
            <a:xfrm>
              <a:off x="907150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7"/>
            <p:cNvSpPr/>
            <p:nvPr/>
          </p:nvSpPr>
          <p:spPr>
            <a:xfrm>
              <a:off x="886430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5" name="Google Shape;775;p7"/>
          <p:cNvGrpSpPr/>
          <p:nvPr/>
        </p:nvGrpSpPr>
        <p:grpSpPr>
          <a:xfrm>
            <a:off x="171178" y="4694360"/>
            <a:ext cx="398326" cy="275215"/>
            <a:chOff x="4089960" y="2589480"/>
            <a:chExt cx="388800" cy="785880"/>
          </a:xfrm>
        </p:grpSpPr>
        <p:sp>
          <p:nvSpPr>
            <p:cNvPr id="776" name="Google Shape;776;p7"/>
            <p:cNvSpPr/>
            <p:nvPr/>
          </p:nvSpPr>
          <p:spPr>
            <a:xfrm>
              <a:off x="4089960" y="2835360"/>
              <a:ext cx="90360" cy="540000"/>
            </a:xfrm>
            <a:custGeom>
              <a:avLst/>
              <a:gdLst/>
              <a:ahLst/>
              <a:cxnLst/>
              <a:rect l="l" t="t" r="r" b="b"/>
              <a:pathLst>
                <a:path w="251" h="1500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7"/>
            <p:cNvSpPr/>
            <p:nvPr/>
          </p:nvSpPr>
          <p:spPr>
            <a:xfrm>
              <a:off x="4388760" y="2589480"/>
              <a:ext cx="90000" cy="420480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7"/>
            <p:cNvSpPr/>
            <p:nvPr/>
          </p:nvSpPr>
          <p:spPr>
            <a:xfrm>
              <a:off x="4239360" y="2835360"/>
              <a:ext cx="90360" cy="174600"/>
            </a:xfrm>
            <a:custGeom>
              <a:avLst/>
              <a:gdLst/>
              <a:ahLst/>
              <a:cxnLst/>
              <a:rect l="l" t="t" r="r" b="b"/>
              <a:pathLst>
                <a:path w="251" h="48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9" name="Google Shape;779;p7"/>
          <p:cNvGrpSpPr/>
          <p:nvPr/>
        </p:nvGrpSpPr>
        <p:grpSpPr>
          <a:xfrm>
            <a:off x="171178" y="107035"/>
            <a:ext cx="398326" cy="337999"/>
            <a:chOff x="4538160" y="2589480"/>
            <a:chExt cx="388800" cy="965160"/>
          </a:xfrm>
        </p:grpSpPr>
        <p:sp>
          <p:nvSpPr>
            <p:cNvPr id="780" name="Google Shape;780;p7"/>
            <p:cNvSpPr/>
            <p:nvPr/>
          </p:nvSpPr>
          <p:spPr>
            <a:xfrm>
              <a:off x="4538160" y="2589480"/>
              <a:ext cx="90000" cy="965160"/>
            </a:xfrm>
            <a:custGeom>
              <a:avLst/>
              <a:gdLst/>
              <a:ahLst/>
              <a:cxnLst/>
              <a:rect l="l" t="t" r="r" b="b"/>
              <a:pathLst>
                <a:path w="250" h="268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7"/>
            <p:cNvSpPr/>
            <p:nvPr/>
          </p:nvSpPr>
          <p:spPr>
            <a:xfrm>
              <a:off x="4687560" y="3133800"/>
              <a:ext cx="90000" cy="420840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7"/>
            <p:cNvSpPr/>
            <p:nvPr/>
          </p:nvSpPr>
          <p:spPr>
            <a:xfrm>
              <a:off x="4836960" y="2959200"/>
              <a:ext cx="90000" cy="174600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3" name="Google Shape;78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160700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7"/>
          <p:cNvSpPr txBox="1">
            <a:spLocks noGrp="1"/>
          </p:cNvSpPr>
          <p:nvPr>
            <p:ph type="subTitle" idx="1"/>
          </p:nvPr>
        </p:nvSpPr>
        <p:spPr>
          <a:xfrm>
            <a:off x="720000" y="1407525"/>
            <a:ext cx="4160700" cy="31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Lato Light"/>
              <a:buChar char="➔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◆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○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◆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●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◆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●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1" name="Google Shape;881;p9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882" name="Google Shape;882;p9"/>
            <p:cNvSpPr/>
            <p:nvPr/>
          </p:nvSpPr>
          <p:spPr>
            <a:xfrm>
              <a:off x="0" y="19319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9"/>
            <p:cNvSpPr/>
            <p:nvPr/>
          </p:nvSpPr>
          <p:spPr>
            <a:xfrm>
              <a:off x="0" y="401120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9"/>
            <p:cNvSpPr/>
            <p:nvPr/>
          </p:nvSpPr>
          <p:spPr>
            <a:xfrm>
              <a:off x="0" y="60904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9"/>
            <p:cNvSpPr/>
            <p:nvPr/>
          </p:nvSpPr>
          <p:spPr>
            <a:xfrm>
              <a:off x="0" y="81697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9"/>
            <p:cNvSpPr/>
            <p:nvPr/>
          </p:nvSpPr>
          <p:spPr>
            <a:xfrm>
              <a:off x="0" y="102408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9"/>
            <p:cNvSpPr/>
            <p:nvPr/>
          </p:nvSpPr>
          <p:spPr>
            <a:xfrm>
              <a:off x="0" y="123201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9"/>
            <p:cNvSpPr/>
            <p:nvPr/>
          </p:nvSpPr>
          <p:spPr>
            <a:xfrm>
              <a:off x="0" y="143994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9"/>
            <p:cNvSpPr/>
            <p:nvPr/>
          </p:nvSpPr>
          <p:spPr>
            <a:xfrm>
              <a:off x="0" y="164786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9"/>
            <p:cNvSpPr/>
            <p:nvPr/>
          </p:nvSpPr>
          <p:spPr>
            <a:xfrm>
              <a:off x="0" y="1854977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9"/>
            <p:cNvSpPr/>
            <p:nvPr/>
          </p:nvSpPr>
          <p:spPr>
            <a:xfrm>
              <a:off x="0" y="206290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9"/>
            <p:cNvSpPr/>
            <p:nvPr/>
          </p:nvSpPr>
          <p:spPr>
            <a:xfrm>
              <a:off x="0" y="227083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9"/>
            <p:cNvSpPr/>
            <p:nvPr/>
          </p:nvSpPr>
          <p:spPr>
            <a:xfrm>
              <a:off x="0" y="247876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9"/>
            <p:cNvSpPr/>
            <p:nvPr/>
          </p:nvSpPr>
          <p:spPr>
            <a:xfrm>
              <a:off x="0" y="268668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9"/>
            <p:cNvSpPr/>
            <p:nvPr/>
          </p:nvSpPr>
          <p:spPr>
            <a:xfrm>
              <a:off x="0" y="289461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9"/>
            <p:cNvSpPr/>
            <p:nvPr/>
          </p:nvSpPr>
          <p:spPr>
            <a:xfrm>
              <a:off x="0" y="3102544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9"/>
            <p:cNvSpPr/>
            <p:nvPr/>
          </p:nvSpPr>
          <p:spPr>
            <a:xfrm>
              <a:off x="0" y="330965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9"/>
            <p:cNvSpPr/>
            <p:nvPr/>
          </p:nvSpPr>
          <p:spPr>
            <a:xfrm>
              <a:off x="0" y="351758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9"/>
            <p:cNvSpPr/>
            <p:nvPr/>
          </p:nvSpPr>
          <p:spPr>
            <a:xfrm>
              <a:off x="0" y="372550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9"/>
            <p:cNvSpPr/>
            <p:nvPr/>
          </p:nvSpPr>
          <p:spPr>
            <a:xfrm>
              <a:off x="0" y="393343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9"/>
            <p:cNvSpPr/>
            <p:nvPr/>
          </p:nvSpPr>
          <p:spPr>
            <a:xfrm>
              <a:off x="0" y="414054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9"/>
            <p:cNvSpPr/>
            <p:nvPr/>
          </p:nvSpPr>
          <p:spPr>
            <a:xfrm>
              <a:off x="0" y="434847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9"/>
            <p:cNvSpPr/>
            <p:nvPr/>
          </p:nvSpPr>
          <p:spPr>
            <a:xfrm>
              <a:off x="0" y="455640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9"/>
            <p:cNvSpPr/>
            <p:nvPr/>
          </p:nvSpPr>
          <p:spPr>
            <a:xfrm>
              <a:off x="0" y="476432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9"/>
            <p:cNvSpPr/>
            <p:nvPr/>
          </p:nvSpPr>
          <p:spPr>
            <a:xfrm>
              <a:off x="0" y="497225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9"/>
            <p:cNvSpPr/>
            <p:nvPr/>
          </p:nvSpPr>
          <p:spPr>
            <a:xfrm>
              <a:off x="86768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9"/>
            <p:cNvSpPr/>
            <p:nvPr/>
          </p:nvSpPr>
          <p:spPr>
            <a:xfrm>
              <a:off x="847046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9"/>
            <p:cNvSpPr/>
            <p:nvPr/>
          </p:nvSpPr>
          <p:spPr>
            <a:xfrm>
              <a:off x="826327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9"/>
            <p:cNvSpPr/>
            <p:nvPr/>
          </p:nvSpPr>
          <p:spPr>
            <a:xfrm>
              <a:off x="805608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9"/>
            <p:cNvSpPr/>
            <p:nvPr/>
          </p:nvSpPr>
          <p:spPr>
            <a:xfrm>
              <a:off x="78488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9"/>
            <p:cNvSpPr/>
            <p:nvPr/>
          </p:nvSpPr>
          <p:spPr>
            <a:xfrm>
              <a:off x="764169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9"/>
            <p:cNvSpPr/>
            <p:nvPr/>
          </p:nvSpPr>
          <p:spPr>
            <a:xfrm>
              <a:off x="74345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9"/>
            <p:cNvSpPr/>
            <p:nvPr/>
          </p:nvSpPr>
          <p:spPr>
            <a:xfrm>
              <a:off x="722730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9"/>
            <p:cNvSpPr/>
            <p:nvPr/>
          </p:nvSpPr>
          <p:spPr>
            <a:xfrm>
              <a:off x="702093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9"/>
            <p:cNvSpPr/>
            <p:nvPr/>
          </p:nvSpPr>
          <p:spPr>
            <a:xfrm>
              <a:off x="68137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9"/>
            <p:cNvSpPr/>
            <p:nvPr/>
          </p:nvSpPr>
          <p:spPr>
            <a:xfrm>
              <a:off x="66065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9"/>
            <p:cNvSpPr/>
            <p:nvPr/>
          </p:nvSpPr>
          <p:spPr>
            <a:xfrm>
              <a:off x="639934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9"/>
            <p:cNvSpPr/>
            <p:nvPr/>
          </p:nvSpPr>
          <p:spPr>
            <a:xfrm>
              <a:off x="619297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9"/>
            <p:cNvSpPr/>
            <p:nvPr/>
          </p:nvSpPr>
          <p:spPr>
            <a:xfrm>
              <a:off x="598577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9"/>
            <p:cNvSpPr/>
            <p:nvPr/>
          </p:nvSpPr>
          <p:spPr>
            <a:xfrm>
              <a:off x="577858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9"/>
            <p:cNvSpPr/>
            <p:nvPr/>
          </p:nvSpPr>
          <p:spPr>
            <a:xfrm>
              <a:off x="55713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9"/>
            <p:cNvSpPr/>
            <p:nvPr/>
          </p:nvSpPr>
          <p:spPr>
            <a:xfrm>
              <a:off x="536501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9"/>
            <p:cNvSpPr/>
            <p:nvPr/>
          </p:nvSpPr>
          <p:spPr>
            <a:xfrm>
              <a:off x="515863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9"/>
            <p:cNvSpPr/>
            <p:nvPr/>
          </p:nvSpPr>
          <p:spPr>
            <a:xfrm>
              <a:off x="495144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9"/>
            <p:cNvSpPr/>
            <p:nvPr/>
          </p:nvSpPr>
          <p:spPr>
            <a:xfrm>
              <a:off x="47442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9"/>
            <p:cNvSpPr/>
            <p:nvPr/>
          </p:nvSpPr>
          <p:spPr>
            <a:xfrm>
              <a:off x="453705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9"/>
            <p:cNvSpPr/>
            <p:nvPr/>
          </p:nvSpPr>
          <p:spPr>
            <a:xfrm>
              <a:off x="432986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9"/>
            <p:cNvSpPr/>
            <p:nvPr/>
          </p:nvSpPr>
          <p:spPr>
            <a:xfrm>
              <a:off x="412266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9"/>
            <p:cNvSpPr/>
            <p:nvPr/>
          </p:nvSpPr>
          <p:spPr>
            <a:xfrm>
              <a:off x="39162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9"/>
            <p:cNvSpPr/>
            <p:nvPr/>
          </p:nvSpPr>
          <p:spPr>
            <a:xfrm>
              <a:off x="370909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9"/>
            <p:cNvSpPr/>
            <p:nvPr/>
          </p:nvSpPr>
          <p:spPr>
            <a:xfrm>
              <a:off x="35019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9"/>
            <p:cNvSpPr/>
            <p:nvPr/>
          </p:nvSpPr>
          <p:spPr>
            <a:xfrm>
              <a:off x="329470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9"/>
            <p:cNvSpPr/>
            <p:nvPr/>
          </p:nvSpPr>
          <p:spPr>
            <a:xfrm>
              <a:off x="308751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9"/>
            <p:cNvSpPr/>
            <p:nvPr/>
          </p:nvSpPr>
          <p:spPr>
            <a:xfrm>
              <a:off x="28811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9"/>
            <p:cNvSpPr/>
            <p:nvPr/>
          </p:nvSpPr>
          <p:spPr>
            <a:xfrm>
              <a:off x="26739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9"/>
            <p:cNvSpPr/>
            <p:nvPr/>
          </p:nvSpPr>
          <p:spPr>
            <a:xfrm>
              <a:off x="246674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9"/>
            <p:cNvSpPr/>
            <p:nvPr/>
          </p:nvSpPr>
          <p:spPr>
            <a:xfrm>
              <a:off x="225955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9"/>
            <p:cNvSpPr/>
            <p:nvPr/>
          </p:nvSpPr>
          <p:spPr>
            <a:xfrm>
              <a:off x="205236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9"/>
            <p:cNvSpPr/>
            <p:nvPr/>
          </p:nvSpPr>
          <p:spPr>
            <a:xfrm>
              <a:off x="184598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9"/>
            <p:cNvSpPr/>
            <p:nvPr/>
          </p:nvSpPr>
          <p:spPr>
            <a:xfrm>
              <a:off x="16387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9"/>
            <p:cNvSpPr/>
            <p:nvPr/>
          </p:nvSpPr>
          <p:spPr>
            <a:xfrm>
              <a:off x="143159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9"/>
            <p:cNvSpPr/>
            <p:nvPr/>
          </p:nvSpPr>
          <p:spPr>
            <a:xfrm>
              <a:off x="122440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9"/>
            <p:cNvSpPr/>
            <p:nvPr/>
          </p:nvSpPr>
          <p:spPr>
            <a:xfrm>
              <a:off x="101720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9"/>
            <p:cNvSpPr/>
            <p:nvPr/>
          </p:nvSpPr>
          <p:spPr>
            <a:xfrm>
              <a:off x="81001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9"/>
            <p:cNvSpPr/>
            <p:nvPr/>
          </p:nvSpPr>
          <p:spPr>
            <a:xfrm>
              <a:off x="60363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9"/>
            <p:cNvSpPr/>
            <p:nvPr/>
          </p:nvSpPr>
          <p:spPr>
            <a:xfrm>
              <a:off x="39644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9"/>
            <p:cNvSpPr/>
            <p:nvPr/>
          </p:nvSpPr>
          <p:spPr>
            <a:xfrm>
              <a:off x="18925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9"/>
            <p:cNvSpPr/>
            <p:nvPr/>
          </p:nvSpPr>
          <p:spPr>
            <a:xfrm>
              <a:off x="8716176" y="19320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9"/>
            <p:cNvSpPr/>
            <p:nvPr/>
          </p:nvSpPr>
          <p:spPr>
            <a:xfrm>
              <a:off x="8716176" y="40112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9"/>
            <p:cNvSpPr/>
            <p:nvPr/>
          </p:nvSpPr>
          <p:spPr>
            <a:xfrm>
              <a:off x="8716176" y="60905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9"/>
            <p:cNvSpPr/>
            <p:nvPr/>
          </p:nvSpPr>
          <p:spPr>
            <a:xfrm>
              <a:off x="8716176" y="81698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9"/>
            <p:cNvSpPr/>
            <p:nvPr/>
          </p:nvSpPr>
          <p:spPr>
            <a:xfrm>
              <a:off x="8716176" y="102409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9"/>
            <p:cNvSpPr/>
            <p:nvPr/>
          </p:nvSpPr>
          <p:spPr>
            <a:xfrm>
              <a:off x="8716176" y="123201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9"/>
            <p:cNvSpPr/>
            <p:nvPr/>
          </p:nvSpPr>
          <p:spPr>
            <a:xfrm>
              <a:off x="8716176" y="143994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9"/>
            <p:cNvSpPr/>
            <p:nvPr/>
          </p:nvSpPr>
          <p:spPr>
            <a:xfrm>
              <a:off x="8716176" y="164787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9"/>
            <p:cNvSpPr/>
            <p:nvPr/>
          </p:nvSpPr>
          <p:spPr>
            <a:xfrm>
              <a:off x="8716176" y="185498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9"/>
            <p:cNvSpPr/>
            <p:nvPr/>
          </p:nvSpPr>
          <p:spPr>
            <a:xfrm>
              <a:off x="8716176" y="206290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9"/>
            <p:cNvSpPr/>
            <p:nvPr/>
          </p:nvSpPr>
          <p:spPr>
            <a:xfrm>
              <a:off x="8716176" y="227083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9"/>
            <p:cNvSpPr/>
            <p:nvPr/>
          </p:nvSpPr>
          <p:spPr>
            <a:xfrm>
              <a:off x="8716176" y="247876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9"/>
            <p:cNvSpPr/>
            <p:nvPr/>
          </p:nvSpPr>
          <p:spPr>
            <a:xfrm>
              <a:off x="8716176" y="268668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9"/>
            <p:cNvSpPr/>
            <p:nvPr/>
          </p:nvSpPr>
          <p:spPr>
            <a:xfrm>
              <a:off x="8716176" y="289461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9"/>
            <p:cNvSpPr/>
            <p:nvPr/>
          </p:nvSpPr>
          <p:spPr>
            <a:xfrm>
              <a:off x="8716176" y="310254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9"/>
            <p:cNvSpPr/>
            <p:nvPr/>
          </p:nvSpPr>
          <p:spPr>
            <a:xfrm>
              <a:off x="8716176" y="330965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9"/>
            <p:cNvSpPr/>
            <p:nvPr/>
          </p:nvSpPr>
          <p:spPr>
            <a:xfrm>
              <a:off x="8716176" y="351757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9"/>
            <p:cNvSpPr/>
            <p:nvPr/>
          </p:nvSpPr>
          <p:spPr>
            <a:xfrm>
              <a:off x="8716176" y="372550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9"/>
            <p:cNvSpPr/>
            <p:nvPr/>
          </p:nvSpPr>
          <p:spPr>
            <a:xfrm>
              <a:off x="8716176" y="393343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9"/>
            <p:cNvSpPr/>
            <p:nvPr/>
          </p:nvSpPr>
          <p:spPr>
            <a:xfrm>
              <a:off x="8716176" y="414054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9"/>
            <p:cNvSpPr/>
            <p:nvPr/>
          </p:nvSpPr>
          <p:spPr>
            <a:xfrm>
              <a:off x="8716176" y="434846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9"/>
            <p:cNvSpPr/>
            <p:nvPr/>
          </p:nvSpPr>
          <p:spPr>
            <a:xfrm>
              <a:off x="8716176" y="455639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9"/>
            <p:cNvSpPr/>
            <p:nvPr/>
          </p:nvSpPr>
          <p:spPr>
            <a:xfrm>
              <a:off x="8716176" y="476432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9"/>
            <p:cNvSpPr/>
            <p:nvPr/>
          </p:nvSpPr>
          <p:spPr>
            <a:xfrm>
              <a:off x="8716176" y="497225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9"/>
            <p:cNvSpPr/>
            <p:nvPr/>
          </p:nvSpPr>
          <p:spPr>
            <a:xfrm>
              <a:off x="907150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9"/>
            <p:cNvSpPr/>
            <p:nvPr/>
          </p:nvSpPr>
          <p:spPr>
            <a:xfrm>
              <a:off x="886430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4" name="Google Shape;974;p9"/>
          <p:cNvSpPr txBox="1">
            <a:spLocks noGrp="1"/>
          </p:cNvSpPr>
          <p:nvPr>
            <p:ph type="title"/>
          </p:nvPr>
        </p:nvSpPr>
        <p:spPr>
          <a:xfrm>
            <a:off x="2135550" y="1655488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75" name="Google Shape;975;p9"/>
          <p:cNvSpPr txBox="1">
            <a:spLocks noGrp="1"/>
          </p:cNvSpPr>
          <p:nvPr>
            <p:ph type="subTitle" idx="1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7" name="Google Shape;1077;p13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1078" name="Google Shape;1078;p13"/>
            <p:cNvSpPr/>
            <p:nvPr/>
          </p:nvSpPr>
          <p:spPr>
            <a:xfrm>
              <a:off x="0" y="19319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13"/>
            <p:cNvSpPr/>
            <p:nvPr/>
          </p:nvSpPr>
          <p:spPr>
            <a:xfrm>
              <a:off x="0" y="401120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3"/>
            <p:cNvSpPr/>
            <p:nvPr/>
          </p:nvSpPr>
          <p:spPr>
            <a:xfrm>
              <a:off x="0" y="60904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13"/>
            <p:cNvSpPr/>
            <p:nvPr/>
          </p:nvSpPr>
          <p:spPr>
            <a:xfrm>
              <a:off x="0" y="81697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13"/>
            <p:cNvSpPr/>
            <p:nvPr/>
          </p:nvSpPr>
          <p:spPr>
            <a:xfrm>
              <a:off x="0" y="102408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13"/>
            <p:cNvSpPr/>
            <p:nvPr/>
          </p:nvSpPr>
          <p:spPr>
            <a:xfrm>
              <a:off x="0" y="123201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13"/>
            <p:cNvSpPr/>
            <p:nvPr/>
          </p:nvSpPr>
          <p:spPr>
            <a:xfrm>
              <a:off x="0" y="143994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13"/>
            <p:cNvSpPr/>
            <p:nvPr/>
          </p:nvSpPr>
          <p:spPr>
            <a:xfrm>
              <a:off x="0" y="164786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13"/>
            <p:cNvSpPr/>
            <p:nvPr/>
          </p:nvSpPr>
          <p:spPr>
            <a:xfrm>
              <a:off x="0" y="1854977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13"/>
            <p:cNvSpPr/>
            <p:nvPr/>
          </p:nvSpPr>
          <p:spPr>
            <a:xfrm>
              <a:off x="0" y="206290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13"/>
            <p:cNvSpPr/>
            <p:nvPr/>
          </p:nvSpPr>
          <p:spPr>
            <a:xfrm>
              <a:off x="0" y="227083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13"/>
            <p:cNvSpPr/>
            <p:nvPr/>
          </p:nvSpPr>
          <p:spPr>
            <a:xfrm>
              <a:off x="0" y="247876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13"/>
            <p:cNvSpPr/>
            <p:nvPr/>
          </p:nvSpPr>
          <p:spPr>
            <a:xfrm>
              <a:off x="0" y="268668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13"/>
            <p:cNvSpPr/>
            <p:nvPr/>
          </p:nvSpPr>
          <p:spPr>
            <a:xfrm>
              <a:off x="0" y="289461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13"/>
            <p:cNvSpPr/>
            <p:nvPr/>
          </p:nvSpPr>
          <p:spPr>
            <a:xfrm>
              <a:off x="0" y="3102544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13"/>
            <p:cNvSpPr/>
            <p:nvPr/>
          </p:nvSpPr>
          <p:spPr>
            <a:xfrm>
              <a:off x="0" y="330965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13"/>
            <p:cNvSpPr/>
            <p:nvPr/>
          </p:nvSpPr>
          <p:spPr>
            <a:xfrm>
              <a:off x="0" y="351758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13"/>
            <p:cNvSpPr/>
            <p:nvPr/>
          </p:nvSpPr>
          <p:spPr>
            <a:xfrm>
              <a:off x="0" y="372550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13"/>
            <p:cNvSpPr/>
            <p:nvPr/>
          </p:nvSpPr>
          <p:spPr>
            <a:xfrm>
              <a:off x="0" y="393343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13"/>
            <p:cNvSpPr/>
            <p:nvPr/>
          </p:nvSpPr>
          <p:spPr>
            <a:xfrm>
              <a:off x="0" y="414054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3"/>
            <p:cNvSpPr/>
            <p:nvPr/>
          </p:nvSpPr>
          <p:spPr>
            <a:xfrm>
              <a:off x="0" y="434847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13"/>
            <p:cNvSpPr/>
            <p:nvPr/>
          </p:nvSpPr>
          <p:spPr>
            <a:xfrm>
              <a:off x="0" y="455640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13"/>
            <p:cNvSpPr/>
            <p:nvPr/>
          </p:nvSpPr>
          <p:spPr>
            <a:xfrm>
              <a:off x="0" y="476432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3"/>
            <p:cNvSpPr/>
            <p:nvPr/>
          </p:nvSpPr>
          <p:spPr>
            <a:xfrm>
              <a:off x="0" y="497225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13"/>
            <p:cNvSpPr/>
            <p:nvPr/>
          </p:nvSpPr>
          <p:spPr>
            <a:xfrm>
              <a:off x="86768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13"/>
            <p:cNvSpPr/>
            <p:nvPr/>
          </p:nvSpPr>
          <p:spPr>
            <a:xfrm>
              <a:off x="847046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13"/>
            <p:cNvSpPr/>
            <p:nvPr/>
          </p:nvSpPr>
          <p:spPr>
            <a:xfrm>
              <a:off x="826327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3"/>
            <p:cNvSpPr/>
            <p:nvPr/>
          </p:nvSpPr>
          <p:spPr>
            <a:xfrm>
              <a:off x="805608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13"/>
            <p:cNvSpPr/>
            <p:nvPr/>
          </p:nvSpPr>
          <p:spPr>
            <a:xfrm>
              <a:off x="78488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13"/>
            <p:cNvSpPr/>
            <p:nvPr/>
          </p:nvSpPr>
          <p:spPr>
            <a:xfrm>
              <a:off x="764169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13"/>
            <p:cNvSpPr/>
            <p:nvPr/>
          </p:nvSpPr>
          <p:spPr>
            <a:xfrm>
              <a:off x="74345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3"/>
            <p:cNvSpPr/>
            <p:nvPr/>
          </p:nvSpPr>
          <p:spPr>
            <a:xfrm>
              <a:off x="722730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3"/>
            <p:cNvSpPr/>
            <p:nvPr/>
          </p:nvSpPr>
          <p:spPr>
            <a:xfrm>
              <a:off x="702093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13"/>
            <p:cNvSpPr/>
            <p:nvPr/>
          </p:nvSpPr>
          <p:spPr>
            <a:xfrm>
              <a:off x="68137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13"/>
            <p:cNvSpPr/>
            <p:nvPr/>
          </p:nvSpPr>
          <p:spPr>
            <a:xfrm>
              <a:off x="66065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13"/>
            <p:cNvSpPr/>
            <p:nvPr/>
          </p:nvSpPr>
          <p:spPr>
            <a:xfrm>
              <a:off x="639934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3"/>
            <p:cNvSpPr/>
            <p:nvPr/>
          </p:nvSpPr>
          <p:spPr>
            <a:xfrm>
              <a:off x="619297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3"/>
            <p:cNvSpPr/>
            <p:nvPr/>
          </p:nvSpPr>
          <p:spPr>
            <a:xfrm>
              <a:off x="598577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13"/>
            <p:cNvSpPr/>
            <p:nvPr/>
          </p:nvSpPr>
          <p:spPr>
            <a:xfrm>
              <a:off x="577858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13"/>
            <p:cNvSpPr/>
            <p:nvPr/>
          </p:nvSpPr>
          <p:spPr>
            <a:xfrm>
              <a:off x="55713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13"/>
            <p:cNvSpPr/>
            <p:nvPr/>
          </p:nvSpPr>
          <p:spPr>
            <a:xfrm>
              <a:off x="536501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13"/>
            <p:cNvSpPr/>
            <p:nvPr/>
          </p:nvSpPr>
          <p:spPr>
            <a:xfrm>
              <a:off x="515863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13"/>
            <p:cNvSpPr/>
            <p:nvPr/>
          </p:nvSpPr>
          <p:spPr>
            <a:xfrm>
              <a:off x="495144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3"/>
            <p:cNvSpPr/>
            <p:nvPr/>
          </p:nvSpPr>
          <p:spPr>
            <a:xfrm>
              <a:off x="47442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13"/>
            <p:cNvSpPr/>
            <p:nvPr/>
          </p:nvSpPr>
          <p:spPr>
            <a:xfrm>
              <a:off x="453705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3"/>
            <p:cNvSpPr/>
            <p:nvPr/>
          </p:nvSpPr>
          <p:spPr>
            <a:xfrm>
              <a:off x="432986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3"/>
            <p:cNvSpPr/>
            <p:nvPr/>
          </p:nvSpPr>
          <p:spPr>
            <a:xfrm>
              <a:off x="412266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3"/>
            <p:cNvSpPr/>
            <p:nvPr/>
          </p:nvSpPr>
          <p:spPr>
            <a:xfrm>
              <a:off x="39162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3"/>
            <p:cNvSpPr/>
            <p:nvPr/>
          </p:nvSpPr>
          <p:spPr>
            <a:xfrm>
              <a:off x="370909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3"/>
            <p:cNvSpPr/>
            <p:nvPr/>
          </p:nvSpPr>
          <p:spPr>
            <a:xfrm>
              <a:off x="35019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3"/>
            <p:cNvSpPr/>
            <p:nvPr/>
          </p:nvSpPr>
          <p:spPr>
            <a:xfrm>
              <a:off x="329470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13"/>
            <p:cNvSpPr/>
            <p:nvPr/>
          </p:nvSpPr>
          <p:spPr>
            <a:xfrm>
              <a:off x="308751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13"/>
            <p:cNvSpPr/>
            <p:nvPr/>
          </p:nvSpPr>
          <p:spPr>
            <a:xfrm>
              <a:off x="28811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3"/>
            <p:cNvSpPr/>
            <p:nvPr/>
          </p:nvSpPr>
          <p:spPr>
            <a:xfrm>
              <a:off x="26739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13"/>
            <p:cNvSpPr/>
            <p:nvPr/>
          </p:nvSpPr>
          <p:spPr>
            <a:xfrm>
              <a:off x="246674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13"/>
            <p:cNvSpPr/>
            <p:nvPr/>
          </p:nvSpPr>
          <p:spPr>
            <a:xfrm>
              <a:off x="225955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3"/>
            <p:cNvSpPr/>
            <p:nvPr/>
          </p:nvSpPr>
          <p:spPr>
            <a:xfrm>
              <a:off x="205236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13"/>
            <p:cNvSpPr/>
            <p:nvPr/>
          </p:nvSpPr>
          <p:spPr>
            <a:xfrm>
              <a:off x="184598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13"/>
            <p:cNvSpPr/>
            <p:nvPr/>
          </p:nvSpPr>
          <p:spPr>
            <a:xfrm>
              <a:off x="16387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13"/>
            <p:cNvSpPr/>
            <p:nvPr/>
          </p:nvSpPr>
          <p:spPr>
            <a:xfrm>
              <a:off x="143159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13"/>
            <p:cNvSpPr/>
            <p:nvPr/>
          </p:nvSpPr>
          <p:spPr>
            <a:xfrm>
              <a:off x="122440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13"/>
            <p:cNvSpPr/>
            <p:nvPr/>
          </p:nvSpPr>
          <p:spPr>
            <a:xfrm>
              <a:off x="101720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13"/>
            <p:cNvSpPr/>
            <p:nvPr/>
          </p:nvSpPr>
          <p:spPr>
            <a:xfrm>
              <a:off x="81001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13"/>
            <p:cNvSpPr/>
            <p:nvPr/>
          </p:nvSpPr>
          <p:spPr>
            <a:xfrm>
              <a:off x="60363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13"/>
            <p:cNvSpPr/>
            <p:nvPr/>
          </p:nvSpPr>
          <p:spPr>
            <a:xfrm>
              <a:off x="39644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3"/>
            <p:cNvSpPr/>
            <p:nvPr/>
          </p:nvSpPr>
          <p:spPr>
            <a:xfrm>
              <a:off x="18925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13"/>
            <p:cNvSpPr/>
            <p:nvPr/>
          </p:nvSpPr>
          <p:spPr>
            <a:xfrm>
              <a:off x="8716176" y="19320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3"/>
            <p:cNvSpPr/>
            <p:nvPr/>
          </p:nvSpPr>
          <p:spPr>
            <a:xfrm>
              <a:off x="8716176" y="40112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3"/>
            <p:cNvSpPr/>
            <p:nvPr/>
          </p:nvSpPr>
          <p:spPr>
            <a:xfrm>
              <a:off x="8716176" y="60905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13"/>
            <p:cNvSpPr/>
            <p:nvPr/>
          </p:nvSpPr>
          <p:spPr>
            <a:xfrm>
              <a:off x="8716176" y="81698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3"/>
            <p:cNvSpPr/>
            <p:nvPr/>
          </p:nvSpPr>
          <p:spPr>
            <a:xfrm>
              <a:off x="8716176" y="102409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3"/>
            <p:cNvSpPr/>
            <p:nvPr/>
          </p:nvSpPr>
          <p:spPr>
            <a:xfrm>
              <a:off x="8716176" y="123201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3"/>
            <p:cNvSpPr/>
            <p:nvPr/>
          </p:nvSpPr>
          <p:spPr>
            <a:xfrm>
              <a:off x="8716176" y="143994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3"/>
            <p:cNvSpPr/>
            <p:nvPr/>
          </p:nvSpPr>
          <p:spPr>
            <a:xfrm>
              <a:off x="8716176" y="164787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3"/>
            <p:cNvSpPr/>
            <p:nvPr/>
          </p:nvSpPr>
          <p:spPr>
            <a:xfrm>
              <a:off x="8716176" y="185498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3"/>
            <p:cNvSpPr/>
            <p:nvPr/>
          </p:nvSpPr>
          <p:spPr>
            <a:xfrm>
              <a:off x="8716176" y="206290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3"/>
            <p:cNvSpPr/>
            <p:nvPr/>
          </p:nvSpPr>
          <p:spPr>
            <a:xfrm>
              <a:off x="8716176" y="227083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3"/>
            <p:cNvSpPr/>
            <p:nvPr/>
          </p:nvSpPr>
          <p:spPr>
            <a:xfrm>
              <a:off x="8716176" y="247876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13"/>
            <p:cNvSpPr/>
            <p:nvPr/>
          </p:nvSpPr>
          <p:spPr>
            <a:xfrm>
              <a:off x="8716176" y="268668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13"/>
            <p:cNvSpPr/>
            <p:nvPr/>
          </p:nvSpPr>
          <p:spPr>
            <a:xfrm>
              <a:off x="8716176" y="289461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13"/>
            <p:cNvSpPr/>
            <p:nvPr/>
          </p:nvSpPr>
          <p:spPr>
            <a:xfrm>
              <a:off x="8716176" y="310254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13"/>
            <p:cNvSpPr/>
            <p:nvPr/>
          </p:nvSpPr>
          <p:spPr>
            <a:xfrm>
              <a:off x="8716176" y="330965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13"/>
            <p:cNvSpPr/>
            <p:nvPr/>
          </p:nvSpPr>
          <p:spPr>
            <a:xfrm>
              <a:off x="8716176" y="351757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13"/>
            <p:cNvSpPr/>
            <p:nvPr/>
          </p:nvSpPr>
          <p:spPr>
            <a:xfrm>
              <a:off x="8716176" y="372550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13"/>
            <p:cNvSpPr/>
            <p:nvPr/>
          </p:nvSpPr>
          <p:spPr>
            <a:xfrm>
              <a:off x="8716176" y="393343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13"/>
            <p:cNvSpPr/>
            <p:nvPr/>
          </p:nvSpPr>
          <p:spPr>
            <a:xfrm>
              <a:off x="8716176" y="414054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13"/>
            <p:cNvSpPr/>
            <p:nvPr/>
          </p:nvSpPr>
          <p:spPr>
            <a:xfrm>
              <a:off x="8716176" y="434846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13"/>
            <p:cNvSpPr/>
            <p:nvPr/>
          </p:nvSpPr>
          <p:spPr>
            <a:xfrm>
              <a:off x="8716176" y="455639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13"/>
            <p:cNvSpPr/>
            <p:nvPr/>
          </p:nvSpPr>
          <p:spPr>
            <a:xfrm>
              <a:off x="8716176" y="476432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13"/>
            <p:cNvSpPr/>
            <p:nvPr/>
          </p:nvSpPr>
          <p:spPr>
            <a:xfrm>
              <a:off x="8716176" y="497225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3"/>
            <p:cNvSpPr/>
            <p:nvPr/>
          </p:nvSpPr>
          <p:spPr>
            <a:xfrm>
              <a:off x="907150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3"/>
            <p:cNvSpPr/>
            <p:nvPr/>
          </p:nvSpPr>
          <p:spPr>
            <a:xfrm>
              <a:off x="886430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0" name="Google Shape;117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71" name="Google Shape;1171;p13"/>
          <p:cNvGrpSpPr/>
          <p:nvPr/>
        </p:nvGrpSpPr>
        <p:grpSpPr>
          <a:xfrm rot="10800000">
            <a:off x="8690758" y="539499"/>
            <a:ext cx="453231" cy="4057299"/>
            <a:chOff x="-17" y="539499"/>
            <a:chExt cx="453231" cy="4057299"/>
          </a:xfrm>
        </p:grpSpPr>
        <p:sp>
          <p:nvSpPr>
            <p:cNvPr id="1172" name="Google Shape;1172;p13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avLst/>
              <a:gdLst/>
              <a:ahLst/>
              <a:cxnLst/>
              <a:rect l="l" t="t" r="r" b="b"/>
              <a:pathLst>
                <a:path w="251" h="1500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3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avLst/>
              <a:gdLst/>
              <a:ahLst/>
              <a:cxnLst/>
              <a:rect l="l" t="t" r="r" b="b"/>
              <a:pathLst>
                <a:path w="250" h="268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3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avLst/>
              <a:gdLst/>
              <a:ahLst/>
              <a:cxnLst/>
              <a:rect l="l" t="t" r="r" b="b"/>
              <a:pathLst>
                <a:path w="251" h="359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3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3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3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3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3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avLst/>
              <a:gdLst/>
              <a:ahLst/>
              <a:cxnLst/>
              <a:rect l="l" t="t" r="r" b="b"/>
              <a:pathLst>
                <a:path w="251" h="22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3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3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avLst/>
              <a:gdLst/>
              <a:ahLst/>
              <a:cxnLst/>
              <a:rect l="l" t="t" r="r" b="b"/>
              <a:pathLst>
                <a:path w="250" h="48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3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3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3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3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3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3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3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3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3"/>
            <p:cNvSpPr/>
            <p:nvPr/>
          </p:nvSpPr>
          <p:spPr>
            <a:xfrm rot="5400000">
              <a:off x="6777" y="943756"/>
              <a:ext cx="82606" cy="96193"/>
            </a:xfrm>
            <a:custGeom>
              <a:avLst/>
              <a:gdLst/>
              <a:ahLst/>
              <a:cxnLst/>
              <a:rect l="l" t="t" r="r" b="b"/>
              <a:pathLst>
                <a:path w="250" h="76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3"/>
            <p:cNvSpPr/>
            <p:nvPr/>
          </p:nvSpPr>
          <p:spPr>
            <a:xfrm rot="5400000">
              <a:off x="6549" y="669730"/>
              <a:ext cx="82937" cy="96067"/>
            </a:xfrm>
            <a:custGeom>
              <a:avLst/>
              <a:gdLst/>
              <a:ahLst/>
              <a:cxnLst/>
              <a:rect l="l" t="t" r="r" b="b"/>
              <a:pathLst>
                <a:path w="251" h="76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3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avLst/>
              <a:gdLst/>
              <a:ahLst/>
              <a:cxnLst/>
              <a:rect l="l" t="t" r="r" b="b"/>
              <a:pathLst>
                <a:path w="250" h="127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3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3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avLst/>
              <a:gdLst/>
              <a:ahLst/>
              <a:cxnLst/>
              <a:rect l="l" t="t" r="r" b="b"/>
              <a:pathLst>
                <a:path w="251" h="48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3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3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3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3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3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3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2100" rIns="90000" bIns="42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3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avLst/>
              <a:gdLst/>
              <a:ahLst/>
              <a:cxnLst/>
              <a:rect l="l" t="t" r="r" b="b"/>
              <a:pathLst>
                <a:path w="250" h="189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0" name="Google Shape;1310;p15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1311" name="Google Shape;1311;p15"/>
            <p:cNvSpPr/>
            <p:nvPr/>
          </p:nvSpPr>
          <p:spPr>
            <a:xfrm>
              <a:off x="0" y="19319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15"/>
            <p:cNvSpPr/>
            <p:nvPr/>
          </p:nvSpPr>
          <p:spPr>
            <a:xfrm>
              <a:off x="0" y="401120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15"/>
            <p:cNvSpPr/>
            <p:nvPr/>
          </p:nvSpPr>
          <p:spPr>
            <a:xfrm>
              <a:off x="0" y="60904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15"/>
            <p:cNvSpPr/>
            <p:nvPr/>
          </p:nvSpPr>
          <p:spPr>
            <a:xfrm>
              <a:off x="0" y="81697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15"/>
            <p:cNvSpPr/>
            <p:nvPr/>
          </p:nvSpPr>
          <p:spPr>
            <a:xfrm>
              <a:off x="0" y="102408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5"/>
            <p:cNvSpPr/>
            <p:nvPr/>
          </p:nvSpPr>
          <p:spPr>
            <a:xfrm>
              <a:off x="0" y="123201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5"/>
            <p:cNvSpPr/>
            <p:nvPr/>
          </p:nvSpPr>
          <p:spPr>
            <a:xfrm>
              <a:off x="0" y="143994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5"/>
            <p:cNvSpPr/>
            <p:nvPr/>
          </p:nvSpPr>
          <p:spPr>
            <a:xfrm>
              <a:off x="0" y="164786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5"/>
            <p:cNvSpPr/>
            <p:nvPr/>
          </p:nvSpPr>
          <p:spPr>
            <a:xfrm>
              <a:off x="0" y="1854977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5"/>
            <p:cNvSpPr/>
            <p:nvPr/>
          </p:nvSpPr>
          <p:spPr>
            <a:xfrm>
              <a:off x="0" y="206290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5"/>
            <p:cNvSpPr/>
            <p:nvPr/>
          </p:nvSpPr>
          <p:spPr>
            <a:xfrm>
              <a:off x="0" y="227083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5"/>
            <p:cNvSpPr/>
            <p:nvPr/>
          </p:nvSpPr>
          <p:spPr>
            <a:xfrm>
              <a:off x="0" y="247876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5"/>
            <p:cNvSpPr/>
            <p:nvPr/>
          </p:nvSpPr>
          <p:spPr>
            <a:xfrm>
              <a:off x="0" y="268668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5"/>
            <p:cNvSpPr/>
            <p:nvPr/>
          </p:nvSpPr>
          <p:spPr>
            <a:xfrm>
              <a:off x="0" y="289461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5"/>
            <p:cNvSpPr/>
            <p:nvPr/>
          </p:nvSpPr>
          <p:spPr>
            <a:xfrm>
              <a:off x="0" y="3102544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5"/>
            <p:cNvSpPr/>
            <p:nvPr/>
          </p:nvSpPr>
          <p:spPr>
            <a:xfrm>
              <a:off x="0" y="330965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5"/>
            <p:cNvSpPr/>
            <p:nvPr/>
          </p:nvSpPr>
          <p:spPr>
            <a:xfrm>
              <a:off x="0" y="351758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5"/>
            <p:cNvSpPr/>
            <p:nvPr/>
          </p:nvSpPr>
          <p:spPr>
            <a:xfrm>
              <a:off x="0" y="372550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5"/>
            <p:cNvSpPr/>
            <p:nvPr/>
          </p:nvSpPr>
          <p:spPr>
            <a:xfrm>
              <a:off x="0" y="393343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5"/>
            <p:cNvSpPr/>
            <p:nvPr/>
          </p:nvSpPr>
          <p:spPr>
            <a:xfrm>
              <a:off x="0" y="414054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5"/>
            <p:cNvSpPr/>
            <p:nvPr/>
          </p:nvSpPr>
          <p:spPr>
            <a:xfrm>
              <a:off x="0" y="434847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5"/>
            <p:cNvSpPr/>
            <p:nvPr/>
          </p:nvSpPr>
          <p:spPr>
            <a:xfrm>
              <a:off x="0" y="455640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5"/>
            <p:cNvSpPr/>
            <p:nvPr/>
          </p:nvSpPr>
          <p:spPr>
            <a:xfrm>
              <a:off x="0" y="476432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5"/>
            <p:cNvSpPr/>
            <p:nvPr/>
          </p:nvSpPr>
          <p:spPr>
            <a:xfrm>
              <a:off x="0" y="497225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15"/>
            <p:cNvSpPr/>
            <p:nvPr/>
          </p:nvSpPr>
          <p:spPr>
            <a:xfrm>
              <a:off x="86768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15"/>
            <p:cNvSpPr/>
            <p:nvPr/>
          </p:nvSpPr>
          <p:spPr>
            <a:xfrm>
              <a:off x="847046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5"/>
            <p:cNvSpPr/>
            <p:nvPr/>
          </p:nvSpPr>
          <p:spPr>
            <a:xfrm>
              <a:off x="826327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15"/>
            <p:cNvSpPr/>
            <p:nvPr/>
          </p:nvSpPr>
          <p:spPr>
            <a:xfrm>
              <a:off x="805608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15"/>
            <p:cNvSpPr/>
            <p:nvPr/>
          </p:nvSpPr>
          <p:spPr>
            <a:xfrm>
              <a:off x="78488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5"/>
            <p:cNvSpPr/>
            <p:nvPr/>
          </p:nvSpPr>
          <p:spPr>
            <a:xfrm>
              <a:off x="764169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5"/>
            <p:cNvSpPr/>
            <p:nvPr/>
          </p:nvSpPr>
          <p:spPr>
            <a:xfrm>
              <a:off x="74345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5"/>
            <p:cNvSpPr/>
            <p:nvPr/>
          </p:nvSpPr>
          <p:spPr>
            <a:xfrm>
              <a:off x="722730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5"/>
            <p:cNvSpPr/>
            <p:nvPr/>
          </p:nvSpPr>
          <p:spPr>
            <a:xfrm>
              <a:off x="702093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5"/>
            <p:cNvSpPr/>
            <p:nvPr/>
          </p:nvSpPr>
          <p:spPr>
            <a:xfrm>
              <a:off x="68137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5"/>
            <p:cNvSpPr/>
            <p:nvPr/>
          </p:nvSpPr>
          <p:spPr>
            <a:xfrm>
              <a:off x="66065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5"/>
            <p:cNvSpPr/>
            <p:nvPr/>
          </p:nvSpPr>
          <p:spPr>
            <a:xfrm>
              <a:off x="639934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5"/>
            <p:cNvSpPr/>
            <p:nvPr/>
          </p:nvSpPr>
          <p:spPr>
            <a:xfrm>
              <a:off x="619297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5"/>
            <p:cNvSpPr/>
            <p:nvPr/>
          </p:nvSpPr>
          <p:spPr>
            <a:xfrm>
              <a:off x="598577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5"/>
            <p:cNvSpPr/>
            <p:nvPr/>
          </p:nvSpPr>
          <p:spPr>
            <a:xfrm>
              <a:off x="577858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5"/>
            <p:cNvSpPr/>
            <p:nvPr/>
          </p:nvSpPr>
          <p:spPr>
            <a:xfrm>
              <a:off x="55713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5"/>
            <p:cNvSpPr/>
            <p:nvPr/>
          </p:nvSpPr>
          <p:spPr>
            <a:xfrm>
              <a:off x="536501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5"/>
            <p:cNvSpPr/>
            <p:nvPr/>
          </p:nvSpPr>
          <p:spPr>
            <a:xfrm>
              <a:off x="515863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5"/>
            <p:cNvSpPr/>
            <p:nvPr/>
          </p:nvSpPr>
          <p:spPr>
            <a:xfrm>
              <a:off x="495144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5"/>
            <p:cNvSpPr/>
            <p:nvPr/>
          </p:nvSpPr>
          <p:spPr>
            <a:xfrm>
              <a:off x="47442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5"/>
            <p:cNvSpPr/>
            <p:nvPr/>
          </p:nvSpPr>
          <p:spPr>
            <a:xfrm>
              <a:off x="453705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5"/>
            <p:cNvSpPr/>
            <p:nvPr/>
          </p:nvSpPr>
          <p:spPr>
            <a:xfrm>
              <a:off x="432986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5"/>
            <p:cNvSpPr/>
            <p:nvPr/>
          </p:nvSpPr>
          <p:spPr>
            <a:xfrm>
              <a:off x="412266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5"/>
            <p:cNvSpPr/>
            <p:nvPr/>
          </p:nvSpPr>
          <p:spPr>
            <a:xfrm>
              <a:off x="39162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5"/>
            <p:cNvSpPr/>
            <p:nvPr/>
          </p:nvSpPr>
          <p:spPr>
            <a:xfrm>
              <a:off x="370909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5"/>
            <p:cNvSpPr/>
            <p:nvPr/>
          </p:nvSpPr>
          <p:spPr>
            <a:xfrm>
              <a:off x="35019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5"/>
            <p:cNvSpPr/>
            <p:nvPr/>
          </p:nvSpPr>
          <p:spPr>
            <a:xfrm>
              <a:off x="329470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15"/>
            <p:cNvSpPr/>
            <p:nvPr/>
          </p:nvSpPr>
          <p:spPr>
            <a:xfrm>
              <a:off x="308751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15"/>
            <p:cNvSpPr/>
            <p:nvPr/>
          </p:nvSpPr>
          <p:spPr>
            <a:xfrm>
              <a:off x="28811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5"/>
            <p:cNvSpPr/>
            <p:nvPr/>
          </p:nvSpPr>
          <p:spPr>
            <a:xfrm>
              <a:off x="26739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15"/>
            <p:cNvSpPr/>
            <p:nvPr/>
          </p:nvSpPr>
          <p:spPr>
            <a:xfrm>
              <a:off x="246674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5"/>
            <p:cNvSpPr/>
            <p:nvPr/>
          </p:nvSpPr>
          <p:spPr>
            <a:xfrm>
              <a:off x="225955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5"/>
            <p:cNvSpPr/>
            <p:nvPr/>
          </p:nvSpPr>
          <p:spPr>
            <a:xfrm>
              <a:off x="205236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5"/>
            <p:cNvSpPr/>
            <p:nvPr/>
          </p:nvSpPr>
          <p:spPr>
            <a:xfrm>
              <a:off x="184598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5"/>
            <p:cNvSpPr/>
            <p:nvPr/>
          </p:nvSpPr>
          <p:spPr>
            <a:xfrm>
              <a:off x="16387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5"/>
            <p:cNvSpPr/>
            <p:nvPr/>
          </p:nvSpPr>
          <p:spPr>
            <a:xfrm>
              <a:off x="143159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5"/>
            <p:cNvSpPr/>
            <p:nvPr/>
          </p:nvSpPr>
          <p:spPr>
            <a:xfrm>
              <a:off x="122440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15"/>
            <p:cNvSpPr/>
            <p:nvPr/>
          </p:nvSpPr>
          <p:spPr>
            <a:xfrm>
              <a:off x="101720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5"/>
            <p:cNvSpPr/>
            <p:nvPr/>
          </p:nvSpPr>
          <p:spPr>
            <a:xfrm>
              <a:off x="81001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15"/>
            <p:cNvSpPr/>
            <p:nvPr/>
          </p:nvSpPr>
          <p:spPr>
            <a:xfrm>
              <a:off x="60363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5"/>
            <p:cNvSpPr/>
            <p:nvPr/>
          </p:nvSpPr>
          <p:spPr>
            <a:xfrm>
              <a:off x="39644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5"/>
            <p:cNvSpPr/>
            <p:nvPr/>
          </p:nvSpPr>
          <p:spPr>
            <a:xfrm>
              <a:off x="18925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5"/>
            <p:cNvSpPr/>
            <p:nvPr/>
          </p:nvSpPr>
          <p:spPr>
            <a:xfrm>
              <a:off x="8716176" y="19320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5"/>
            <p:cNvSpPr/>
            <p:nvPr/>
          </p:nvSpPr>
          <p:spPr>
            <a:xfrm>
              <a:off x="8716176" y="40112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5"/>
            <p:cNvSpPr/>
            <p:nvPr/>
          </p:nvSpPr>
          <p:spPr>
            <a:xfrm>
              <a:off x="8716176" y="60905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5"/>
            <p:cNvSpPr/>
            <p:nvPr/>
          </p:nvSpPr>
          <p:spPr>
            <a:xfrm>
              <a:off x="8716176" y="81698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5"/>
            <p:cNvSpPr/>
            <p:nvPr/>
          </p:nvSpPr>
          <p:spPr>
            <a:xfrm>
              <a:off x="8716176" y="102409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5"/>
            <p:cNvSpPr/>
            <p:nvPr/>
          </p:nvSpPr>
          <p:spPr>
            <a:xfrm>
              <a:off x="8716176" y="123201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5"/>
            <p:cNvSpPr/>
            <p:nvPr/>
          </p:nvSpPr>
          <p:spPr>
            <a:xfrm>
              <a:off x="8716176" y="143994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5"/>
            <p:cNvSpPr/>
            <p:nvPr/>
          </p:nvSpPr>
          <p:spPr>
            <a:xfrm>
              <a:off x="8716176" y="164787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5"/>
            <p:cNvSpPr/>
            <p:nvPr/>
          </p:nvSpPr>
          <p:spPr>
            <a:xfrm>
              <a:off x="8716176" y="185498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5"/>
            <p:cNvSpPr/>
            <p:nvPr/>
          </p:nvSpPr>
          <p:spPr>
            <a:xfrm>
              <a:off x="8716176" y="206290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5"/>
            <p:cNvSpPr/>
            <p:nvPr/>
          </p:nvSpPr>
          <p:spPr>
            <a:xfrm>
              <a:off x="8716176" y="227083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5"/>
            <p:cNvSpPr/>
            <p:nvPr/>
          </p:nvSpPr>
          <p:spPr>
            <a:xfrm>
              <a:off x="8716176" y="247876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5"/>
            <p:cNvSpPr/>
            <p:nvPr/>
          </p:nvSpPr>
          <p:spPr>
            <a:xfrm>
              <a:off x="8716176" y="268668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5"/>
            <p:cNvSpPr/>
            <p:nvPr/>
          </p:nvSpPr>
          <p:spPr>
            <a:xfrm>
              <a:off x="8716176" y="289461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5"/>
            <p:cNvSpPr/>
            <p:nvPr/>
          </p:nvSpPr>
          <p:spPr>
            <a:xfrm>
              <a:off x="8716176" y="310254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5"/>
            <p:cNvSpPr/>
            <p:nvPr/>
          </p:nvSpPr>
          <p:spPr>
            <a:xfrm>
              <a:off x="8716176" y="330965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5"/>
            <p:cNvSpPr/>
            <p:nvPr/>
          </p:nvSpPr>
          <p:spPr>
            <a:xfrm>
              <a:off x="8716176" y="351757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5"/>
            <p:cNvSpPr/>
            <p:nvPr/>
          </p:nvSpPr>
          <p:spPr>
            <a:xfrm>
              <a:off x="8716176" y="372550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5"/>
            <p:cNvSpPr/>
            <p:nvPr/>
          </p:nvSpPr>
          <p:spPr>
            <a:xfrm>
              <a:off x="8716176" y="393343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5"/>
            <p:cNvSpPr/>
            <p:nvPr/>
          </p:nvSpPr>
          <p:spPr>
            <a:xfrm>
              <a:off x="8716176" y="414054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5"/>
            <p:cNvSpPr/>
            <p:nvPr/>
          </p:nvSpPr>
          <p:spPr>
            <a:xfrm>
              <a:off x="8716176" y="434846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5"/>
            <p:cNvSpPr/>
            <p:nvPr/>
          </p:nvSpPr>
          <p:spPr>
            <a:xfrm>
              <a:off x="8716176" y="455639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15"/>
            <p:cNvSpPr/>
            <p:nvPr/>
          </p:nvSpPr>
          <p:spPr>
            <a:xfrm>
              <a:off x="8716176" y="476432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15"/>
            <p:cNvSpPr/>
            <p:nvPr/>
          </p:nvSpPr>
          <p:spPr>
            <a:xfrm>
              <a:off x="8716176" y="497225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15"/>
            <p:cNvSpPr/>
            <p:nvPr/>
          </p:nvSpPr>
          <p:spPr>
            <a:xfrm>
              <a:off x="907150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5"/>
            <p:cNvSpPr/>
            <p:nvPr/>
          </p:nvSpPr>
          <p:spPr>
            <a:xfrm>
              <a:off x="886430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3" name="Google Shape;1403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404" name="Google Shape;1404;p15"/>
          <p:cNvGrpSpPr/>
          <p:nvPr/>
        </p:nvGrpSpPr>
        <p:grpSpPr>
          <a:xfrm>
            <a:off x="2298156" y="4651367"/>
            <a:ext cx="4547874" cy="491789"/>
            <a:chOff x="122000" y="4884626"/>
            <a:chExt cx="8899950" cy="258877"/>
          </a:xfrm>
        </p:grpSpPr>
        <p:sp>
          <p:nvSpPr>
            <p:cNvPr id="1405" name="Google Shape;1405;p15"/>
            <p:cNvSpPr/>
            <p:nvPr/>
          </p:nvSpPr>
          <p:spPr>
            <a:xfrm>
              <a:off x="122000" y="5120767"/>
              <a:ext cx="239400" cy="22734"/>
            </a:xfrm>
            <a:custGeom>
              <a:avLst/>
              <a:gdLst/>
              <a:ahLst/>
              <a:cxnLst/>
              <a:rect l="l" t="t" r="r" b="b"/>
              <a:pathLst>
                <a:path w="665" h="389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15"/>
            <p:cNvSpPr/>
            <p:nvPr/>
          </p:nvSpPr>
          <p:spPr>
            <a:xfrm>
              <a:off x="420441" y="5093416"/>
              <a:ext cx="239400" cy="50085"/>
            </a:xfrm>
            <a:custGeom>
              <a:avLst/>
              <a:gdLst/>
              <a:ahLst/>
              <a:cxnLst/>
              <a:rect l="l" t="t" r="r" b="b"/>
              <a:pathLst>
                <a:path w="665" h="85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15"/>
            <p:cNvSpPr/>
            <p:nvPr/>
          </p:nvSpPr>
          <p:spPr>
            <a:xfrm>
              <a:off x="719241" y="5077403"/>
              <a:ext cx="239400" cy="66098"/>
            </a:xfrm>
            <a:custGeom>
              <a:avLst/>
              <a:gdLst/>
              <a:ahLst/>
              <a:cxnLst/>
              <a:rect l="l" t="t" r="r" b="b"/>
              <a:pathLst>
                <a:path w="665" h="113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15"/>
            <p:cNvSpPr/>
            <p:nvPr/>
          </p:nvSpPr>
          <p:spPr>
            <a:xfrm>
              <a:off x="1018042" y="5048825"/>
              <a:ext cx="239400" cy="94677"/>
            </a:xfrm>
            <a:custGeom>
              <a:avLst/>
              <a:gdLst/>
              <a:ahLst/>
              <a:cxnLst/>
              <a:rect l="l" t="t" r="r" b="b"/>
              <a:pathLst>
                <a:path w="665" h="1620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15"/>
            <p:cNvSpPr/>
            <p:nvPr/>
          </p:nvSpPr>
          <p:spPr>
            <a:xfrm>
              <a:off x="1316483" y="5020539"/>
              <a:ext cx="239760" cy="122963"/>
            </a:xfrm>
            <a:custGeom>
              <a:avLst/>
              <a:gdLst/>
              <a:ahLst/>
              <a:cxnLst/>
              <a:rect l="l" t="t" r="r" b="b"/>
              <a:pathLst>
                <a:path w="666" h="2104" extrusionOk="0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15"/>
            <p:cNvSpPr/>
            <p:nvPr/>
          </p:nvSpPr>
          <p:spPr>
            <a:xfrm>
              <a:off x="1615283" y="5009493"/>
              <a:ext cx="239400" cy="134009"/>
            </a:xfrm>
            <a:custGeom>
              <a:avLst/>
              <a:gdLst/>
              <a:ahLst/>
              <a:cxnLst/>
              <a:rect l="l" t="t" r="r" b="b"/>
              <a:pathLst>
                <a:path w="665" h="22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15"/>
            <p:cNvSpPr/>
            <p:nvPr/>
          </p:nvSpPr>
          <p:spPr>
            <a:xfrm>
              <a:off x="2212525" y="4988980"/>
              <a:ext cx="239400" cy="154522"/>
            </a:xfrm>
            <a:custGeom>
              <a:avLst/>
              <a:gdLst/>
              <a:ahLst/>
              <a:cxnLst/>
              <a:rect l="l" t="t" r="r" b="b"/>
              <a:pathLst>
                <a:path w="665" h="2644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15"/>
            <p:cNvSpPr/>
            <p:nvPr/>
          </p:nvSpPr>
          <p:spPr>
            <a:xfrm>
              <a:off x="2809766" y="4980623"/>
              <a:ext cx="239400" cy="162879"/>
            </a:xfrm>
            <a:custGeom>
              <a:avLst/>
              <a:gdLst/>
              <a:ahLst/>
              <a:cxnLst/>
              <a:rect l="l" t="t" r="r" b="b"/>
              <a:pathLst>
                <a:path w="665" h="278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15"/>
            <p:cNvSpPr/>
            <p:nvPr/>
          </p:nvSpPr>
          <p:spPr>
            <a:xfrm>
              <a:off x="3108567" y="4966948"/>
              <a:ext cx="239400" cy="176555"/>
            </a:xfrm>
            <a:custGeom>
              <a:avLst/>
              <a:gdLst/>
              <a:ahLst/>
              <a:cxnLst/>
              <a:rect l="l" t="t" r="r" b="b"/>
              <a:pathLst>
                <a:path w="665" h="302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15"/>
            <p:cNvSpPr/>
            <p:nvPr/>
          </p:nvSpPr>
          <p:spPr>
            <a:xfrm>
              <a:off x="3407008" y="4938486"/>
              <a:ext cx="239400" cy="205016"/>
            </a:xfrm>
            <a:custGeom>
              <a:avLst/>
              <a:gdLst/>
              <a:ahLst/>
              <a:cxnLst/>
              <a:rect l="l" t="t" r="r" b="b"/>
              <a:pathLst>
                <a:path w="665" h="350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15"/>
            <p:cNvSpPr/>
            <p:nvPr/>
          </p:nvSpPr>
          <p:spPr>
            <a:xfrm>
              <a:off x="3705808" y="4945207"/>
              <a:ext cx="239400" cy="198295"/>
            </a:xfrm>
            <a:custGeom>
              <a:avLst/>
              <a:gdLst/>
              <a:ahLst/>
              <a:cxnLst/>
              <a:rect l="l" t="t" r="r" b="b"/>
              <a:pathLst>
                <a:path w="665" h="33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15"/>
            <p:cNvSpPr/>
            <p:nvPr/>
          </p:nvSpPr>
          <p:spPr>
            <a:xfrm>
              <a:off x="4004609" y="4929545"/>
              <a:ext cx="239400" cy="213958"/>
            </a:xfrm>
            <a:custGeom>
              <a:avLst/>
              <a:gdLst/>
              <a:ahLst/>
              <a:cxnLst/>
              <a:rect l="l" t="t" r="r" b="b"/>
              <a:pathLst>
                <a:path w="665" h="366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15"/>
            <p:cNvSpPr/>
            <p:nvPr/>
          </p:nvSpPr>
          <p:spPr>
            <a:xfrm>
              <a:off x="4303050" y="4917447"/>
              <a:ext cx="239400" cy="226056"/>
            </a:xfrm>
            <a:custGeom>
              <a:avLst/>
              <a:gdLst/>
              <a:ahLst/>
              <a:cxnLst/>
              <a:rect l="l" t="t" r="r" b="b"/>
              <a:pathLst>
                <a:path w="665" h="386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15"/>
            <p:cNvSpPr/>
            <p:nvPr/>
          </p:nvSpPr>
          <p:spPr>
            <a:xfrm>
              <a:off x="1914084" y="5026208"/>
              <a:ext cx="239400" cy="117294"/>
            </a:xfrm>
            <a:custGeom>
              <a:avLst/>
              <a:gdLst/>
              <a:ahLst/>
              <a:cxnLst/>
              <a:rect l="l" t="t" r="r" b="b"/>
              <a:pathLst>
                <a:path w="665" h="200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15"/>
            <p:cNvSpPr/>
            <p:nvPr/>
          </p:nvSpPr>
          <p:spPr>
            <a:xfrm>
              <a:off x="2510966" y="5013584"/>
              <a:ext cx="239400" cy="129918"/>
            </a:xfrm>
            <a:custGeom>
              <a:avLst/>
              <a:gdLst/>
              <a:ahLst/>
              <a:cxnLst/>
              <a:rect l="l" t="t" r="r" b="b"/>
              <a:pathLst>
                <a:path w="665" h="222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15"/>
            <p:cNvSpPr/>
            <p:nvPr/>
          </p:nvSpPr>
          <p:spPr>
            <a:xfrm flipH="1">
              <a:off x="8782550" y="5120767"/>
              <a:ext cx="239400" cy="22734"/>
            </a:xfrm>
            <a:custGeom>
              <a:avLst/>
              <a:gdLst/>
              <a:ahLst/>
              <a:cxnLst/>
              <a:rect l="l" t="t" r="r" b="b"/>
              <a:pathLst>
                <a:path w="665" h="389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15"/>
            <p:cNvSpPr/>
            <p:nvPr/>
          </p:nvSpPr>
          <p:spPr>
            <a:xfrm flipH="1">
              <a:off x="8484109" y="5093416"/>
              <a:ext cx="239400" cy="50085"/>
            </a:xfrm>
            <a:custGeom>
              <a:avLst/>
              <a:gdLst/>
              <a:ahLst/>
              <a:cxnLst/>
              <a:rect l="l" t="t" r="r" b="b"/>
              <a:pathLst>
                <a:path w="665" h="85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15"/>
            <p:cNvSpPr/>
            <p:nvPr/>
          </p:nvSpPr>
          <p:spPr>
            <a:xfrm flipH="1">
              <a:off x="8185309" y="5077403"/>
              <a:ext cx="239400" cy="66098"/>
            </a:xfrm>
            <a:custGeom>
              <a:avLst/>
              <a:gdLst/>
              <a:ahLst/>
              <a:cxnLst/>
              <a:rect l="l" t="t" r="r" b="b"/>
              <a:pathLst>
                <a:path w="665" h="113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15"/>
            <p:cNvSpPr/>
            <p:nvPr/>
          </p:nvSpPr>
          <p:spPr>
            <a:xfrm flipH="1">
              <a:off x="7886508" y="5048825"/>
              <a:ext cx="239400" cy="94677"/>
            </a:xfrm>
            <a:custGeom>
              <a:avLst/>
              <a:gdLst/>
              <a:ahLst/>
              <a:cxnLst/>
              <a:rect l="l" t="t" r="r" b="b"/>
              <a:pathLst>
                <a:path w="665" h="1620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15"/>
            <p:cNvSpPr/>
            <p:nvPr/>
          </p:nvSpPr>
          <p:spPr>
            <a:xfrm flipH="1">
              <a:off x="7587707" y="5020539"/>
              <a:ext cx="239760" cy="122963"/>
            </a:xfrm>
            <a:custGeom>
              <a:avLst/>
              <a:gdLst/>
              <a:ahLst/>
              <a:cxnLst/>
              <a:rect l="l" t="t" r="r" b="b"/>
              <a:pathLst>
                <a:path w="666" h="2104" extrusionOk="0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15"/>
            <p:cNvSpPr/>
            <p:nvPr/>
          </p:nvSpPr>
          <p:spPr>
            <a:xfrm flipH="1">
              <a:off x="7289267" y="5009493"/>
              <a:ext cx="239400" cy="134009"/>
            </a:xfrm>
            <a:custGeom>
              <a:avLst/>
              <a:gdLst/>
              <a:ahLst/>
              <a:cxnLst/>
              <a:rect l="l" t="t" r="r" b="b"/>
              <a:pathLst>
                <a:path w="665" h="22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15"/>
            <p:cNvSpPr/>
            <p:nvPr/>
          </p:nvSpPr>
          <p:spPr>
            <a:xfrm flipH="1">
              <a:off x="6692025" y="4988980"/>
              <a:ext cx="239400" cy="154522"/>
            </a:xfrm>
            <a:custGeom>
              <a:avLst/>
              <a:gdLst/>
              <a:ahLst/>
              <a:cxnLst/>
              <a:rect l="l" t="t" r="r" b="b"/>
              <a:pathLst>
                <a:path w="665" h="2644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15"/>
            <p:cNvSpPr/>
            <p:nvPr/>
          </p:nvSpPr>
          <p:spPr>
            <a:xfrm flipH="1">
              <a:off x="6094784" y="4980623"/>
              <a:ext cx="239400" cy="162879"/>
            </a:xfrm>
            <a:custGeom>
              <a:avLst/>
              <a:gdLst/>
              <a:ahLst/>
              <a:cxnLst/>
              <a:rect l="l" t="t" r="r" b="b"/>
              <a:pathLst>
                <a:path w="665" h="278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15"/>
            <p:cNvSpPr/>
            <p:nvPr/>
          </p:nvSpPr>
          <p:spPr>
            <a:xfrm flipH="1">
              <a:off x="5795983" y="4966948"/>
              <a:ext cx="239400" cy="176555"/>
            </a:xfrm>
            <a:custGeom>
              <a:avLst/>
              <a:gdLst/>
              <a:ahLst/>
              <a:cxnLst/>
              <a:rect l="l" t="t" r="r" b="b"/>
              <a:pathLst>
                <a:path w="665" h="302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15"/>
            <p:cNvSpPr/>
            <p:nvPr/>
          </p:nvSpPr>
          <p:spPr>
            <a:xfrm flipH="1">
              <a:off x="5497542" y="4938486"/>
              <a:ext cx="239400" cy="205016"/>
            </a:xfrm>
            <a:custGeom>
              <a:avLst/>
              <a:gdLst/>
              <a:ahLst/>
              <a:cxnLst/>
              <a:rect l="l" t="t" r="r" b="b"/>
              <a:pathLst>
                <a:path w="665" h="350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15"/>
            <p:cNvSpPr/>
            <p:nvPr/>
          </p:nvSpPr>
          <p:spPr>
            <a:xfrm flipH="1">
              <a:off x="5198742" y="4945207"/>
              <a:ext cx="239400" cy="198295"/>
            </a:xfrm>
            <a:custGeom>
              <a:avLst/>
              <a:gdLst/>
              <a:ahLst/>
              <a:cxnLst/>
              <a:rect l="l" t="t" r="r" b="b"/>
              <a:pathLst>
                <a:path w="665" h="33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15"/>
            <p:cNvSpPr/>
            <p:nvPr/>
          </p:nvSpPr>
          <p:spPr>
            <a:xfrm flipH="1">
              <a:off x="4899941" y="4929545"/>
              <a:ext cx="239400" cy="213958"/>
            </a:xfrm>
            <a:custGeom>
              <a:avLst/>
              <a:gdLst/>
              <a:ahLst/>
              <a:cxnLst/>
              <a:rect l="l" t="t" r="r" b="b"/>
              <a:pathLst>
                <a:path w="665" h="366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15"/>
            <p:cNvSpPr/>
            <p:nvPr/>
          </p:nvSpPr>
          <p:spPr>
            <a:xfrm flipH="1">
              <a:off x="4601500" y="4884626"/>
              <a:ext cx="239400" cy="258876"/>
            </a:xfrm>
            <a:custGeom>
              <a:avLst/>
              <a:gdLst/>
              <a:ahLst/>
              <a:cxnLst/>
              <a:rect l="l" t="t" r="r" b="b"/>
              <a:pathLst>
                <a:path w="665" h="386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15"/>
            <p:cNvSpPr/>
            <p:nvPr/>
          </p:nvSpPr>
          <p:spPr>
            <a:xfrm flipH="1">
              <a:off x="6990466" y="5026208"/>
              <a:ext cx="239400" cy="117294"/>
            </a:xfrm>
            <a:custGeom>
              <a:avLst/>
              <a:gdLst/>
              <a:ahLst/>
              <a:cxnLst/>
              <a:rect l="l" t="t" r="r" b="b"/>
              <a:pathLst>
                <a:path w="665" h="200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15"/>
            <p:cNvSpPr/>
            <p:nvPr/>
          </p:nvSpPr>
          <p:spPr>
            <a:xfrm flipH="1">
              <a:off x="6393584" y="5013584"/>
              <a:ext cx="239400" cy="129918"/>
            </a:xfrm>
            <a:custGeom>
              <a:avLst/>
              <a:gdLst/>
              <a:ahLst/>
              <a:cxnLst/>
              <a:rect l="l" t="t" r="r" b="b"/>
              <a:pathLst>
                <a:path w="665" h="222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5" name="Google Shape;1435;p15"/>
          <p:cNvGrpSpPr/>
          <p:nvPr/>
        </p:nvGrpSpPr>
        <p:grpSpPr>
          <a:xfrm>
            <a:off x="2297975" y="4848940"/>
            <a:ext cx="4547874" cy="294550"/>
            <a:chOff x="122000" y="4884626"/>
            <a:chExt cx="8899950" cy="258877"/>
          </a:xfrm>
        </p:grpSpPr>
        <p:sp>
          <p:nvSpPr>
            <p:cNvPr id="1436" name="Google Shape;1436;p15"/>
            <p:cNvSpPr/>
            <p:nvPr/>
          </p:nvSpPr>
          <p:spPr>
            <a:xfrm>
              <a:off x="122000" y="5120767"/>
              <a:ext cx="239400" cy="22734"/>
            </a:xfrm>
            <a:custGeom>
              <a:avLst/>
              <a:gdLst/>
              <a:ahLst/>
              <a:cxnLst/>
              <a:rect l="l" t="t" r="r" b="b"/>
              <a:pathLst>
                <a:path w="665" h="389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15"/>
            <p:cNvSpPr/>
            <p:nvPr/>
          </p:nvSpPr>
          <p:spPr>
            <a:xfrm>
              <a:off x="420441" y="5093416"/>
              <a:ext cx="239400" cy="50085"/>
            </a:xfrm>
            <a:custGeom>
              <a:avLst/>
              <a:gdLst/>
              <a:ahLst/>
              <a:cxnLst/>
              <a:rect l="l" t="t" r="r" b="b"/>
              <a:pathLst>
                <a:path w="665" h="85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15"/>
            <p:cNvSpPr/>
            <p:nvPr/>
          </p:nvSpPr>
          <p:spPr>
            <a:xfrm>
              <a:off x="719241" y="5077403"/>
              <a:ext cx="239400" cy="66098"/>
            </a:xfrm>
            <a:custGeom>
              <a:avLst/>
              <a:gdLst/>
              <a:ahLst/>
              <a:cxnLst/>
              <a:rect l="l" t="t" r="r" b="b"/>
              <a:pathLst>
                <a:path w="665" h="113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15"/>
            <p:cNvSpPr/>
            <p:nvPr/>
          </p:nvSpPr>
          <p:spPr>
            <a:xfrm>
              <a:off x="1018042" y="5048825"/>
              <a:ext cx="239400" cy="94677"/>
            </a:xfrm>
            <a:custGeom>
              <a:avLst/>
              <a:gdLst/>
              <a:ahLst/>
              <a:cxnLst/>
              <a:rect l="l" t="t" r="r" b="b"/>
              <a:pathLst>
                <a:path w="665" h="1620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15"/>
            <p:cNvSpPr/>
            <p:nvPr/>
          </p:nvSpPr>
          <p:spPr>
            <a:xfrm>
              <a:off x="1316483" y="5020539"/>
              <a:ext cx="239760" cy="122963"/>
            </a:xfrm>
            <a:custGeom>
              <a:avLst/>
              <a:gdLst/>
              <a:ahLst/>
              <a:cxnLst/>
              <a:rect l="l" t="t" r="r" b="b"/>
              <a:pathLst>
                <a:path w="666" h="2104" extrusionOk="0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15"/>
            <p:cNvSpPr/>
            <p:nvPr/>
          </p:nvSpPr>
          <p:spPr>
            <a:xfrm>
              <a:off x="1615283" y="5009493"/>
              <a:ext cx="239400" cy="134009"/>
            </a:xfrm>
            <a:custGeom>
              <a:avLst/>
              <a:gdLst/>
              <a:ahLst/>
              <a:cxnLst/>
              <a:rect l="l" t="t" r="r" b="b"/>
              <a:pathLst>
                <a:path w="665" h="22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15"/>
            <p:cNvSpPr/>
            <p:nvPr/>
          </p:nvSpPr>
          <p:spPr>
            <a:xfrm>
              <a:off x="2212525" y="4988980"/>
              <a:ext cx="239400" cy="154522"/>
            </a:xfrm>
            <a:custGeom>
              <a:avLst/>
              <a:gdLst/>
              <a:ahLst/>
              <a:cxnLst/>
              <a:rect l="l" t="t" r="r" b="b"/>
              <a:pathLst>
                <a:path w="665" h="2644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15"/>
            <p:cNvSpPr/>
            <p:nvPr/>
          </p:nvSpPr>
          <p:spPr>
            <a:xfrm>
              <a:off x="2809766" y="4980623"/>
              <a:ext cx="239400" cy="162879"/>
            </a:xfrm>
            <a:custGeom>
              <a:avLst/>
              <a:gdLst/>
              <a:ahLst/>
              <a:cxnLst/>
              <a:rect l="l" t="t" r="r" b="b"/>
              <a:pathLst>
                <a:path w="665" h="278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15"/>
            <p:cNvSpPr/>
            <p:nvPr/>
          </p:nvSpPr>
          <p:spPr>
            <a:xfrm>
              <a:off x="3108567" y="4966948"/>
              <a:ext cx="239400" cy="176555"/>
            </a:xfrm>
            <a:custGeom>
              <a:avLst/>
              <a:gdLst/>
              <a:ahLst/>
              <a:cxnLst/>
              <a:rect l="l" t="t" r="r" b="b"/>
              <a:pathLst>
                <a:path w="665" h="302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15"/>
            <p:cNvSpPr/>
            <p:nvPr/>
          </p:nvSpPr>
          <p:spPr>
            <a:xfrm>
              <a:off x="3407008" y="4938486"/>
              <a:ext cx="239400" cy="205016"/>
            </a:xfrm>
            <a:custGeom>
              <a:avLst/>
              <a:gdLst/>
              <a:ahLst/>
              <a:cxnLst/>
              <a:rect l="l" t="t" r="r" b="b"/>
              <a:pathLst>
                <a:path w="665" h="350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15"/>
            <p:cNvSpPr/>
            <p:nvPr/>
          </p:nvSpPr>
          <p:spPr>
            <a:xfrm>
              <a:off x="3705808" y="4945207"/>
              <a:ext cx="239400" cy="198295"/>
            </a:xfrm>
            <a:custGeom>
              <a:avLst/>
              <a:gdLst/>
              <a:ahLst/>
              <a:cxnLst/>
              <a:rect l="l" t="t" r="r" b="b"/>
              <a:pathLst>
                <a:path w="665" h="33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15"/>
            <p:cNvSpPr/>
            <p:nvPr/>
          </p:nvSpPr>
          <p:spPr>
            <a:xfrm>
              <a:off x="4004609" y="4929545"/>
              <a:ext cx="239400" cy="213958"/>
            </a:xfrm>
            <a:custGeom>
              <a:avLst/>
              <a:gdLst/>
              <a:ahLst/>
              <a:cxnLst/>
              <a:rect l="l" t="t" r="r" b="b"/>
              <a:pathLst>
                <a:path w="665" h="366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15"/>
            <p:cNvSpPr/>
            <p:nvPr/>
          </p:nvSpPr>
          <p:spPr>
            <a:xfrm>
              <a:off x="4303050" y="4917447"/>
              <a:ext cx="239400" cy="226056"/>
            </a:xfrm>
            <a:custGeom>
              <a:avLst/>
              <a:gdLst/>
              <a:ahLst/>
              <a:cxnLst/>
              <a:rect l="l" t="t" r="r" b="b"/>
              <a:pathLst>
                <a:path w="665" h="386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15"/>
            <p:cNvSpPr/>
            <p:nvPr/>
          </p:nvSpPr>
          <p:spPr>
            <a:xfrm>
              <a:off x="1914084" y="5026208"/>
              <a:ext cx="239400" cy="117294"/>
            </a:xfrm>
            <a:custGeom>
              <a:avLst/>
              <a:gdLst/>
              <a:ahLst/>
              <a:cxnLst/>
              <a:rect l="l" t="t" r="r" b="b"/>
              <a:pathLst>
                <a:path w="665" h="200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15"/>
            <p:cNvSpPr/>
            <p:nvPr/>
          </p:nvSpPr>
          <p:spPr>
            <a:xfrm>
              <a:off x="2510966" y="5013584"/>
              <a:ext cx="239400" cy="129918"/>
            </a:xfrm>
            <a:custGeom>
              <a:avLst/>
              <a:gdLst/>
              <a:ahLst/>
              <a:cxnLst/>
              <a:rect l="l" t="t" r="r" b="b"/>
              <a:pathLst>
                <a:path w="665" h="222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5"/>
            <p:cNvSpPr/>
            <p:nvPr/>
          </p:nvSpPr>
          <p:spPr>
            <a:xfrm flipH="1">
              <a:off x="8782550" y="5120767"/>
              <a:ext cx="239400" cy="22734"/>
            </a:xfrm>
            <a:custGeom>
              <a:avLst/>
              <a:gdLst/>
              <a:ahLst/>
              <a:cxnLst/>
              <a:rect l="l" t="t" r="r" b="b"/>
              <a:pathLst>
                <a:path w="665" h="389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15"/>
            <p:cNvSpPr/>
            <p:nvPr/>
          </p:nvSpPr>
          <p:spPr>
            <a:xfrm flipH="1">
              <a:off x="8484109" y="5093416"/>
              <a:ext cx="239400" cy="50085"/>
            </a:xfrm>
            <a:custGeom>
              <a:avLst/>
              <a:gdLst/>
              <a:ahLst/>
              <a:cxnLst/>
              <a:rect l="l" t="t" r="r" b="b"/>
              <a:pathLst>
                <a:path w="665" h="85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15"/>
            <p:cNvSpPr/>
            <p:nvPr/>
          </p:nvSpPr>
          <p:spPr>
            <a:xfrm flipH="1">
              <a:off x="8185309" y="5077403"/>
              <a:ext cx="239400" cy="66098"/>
            </a:xfrm>
            <a:custGeom>
              <a:avLst/>
              <a:gdLst/>
              <a:ahLst/>
              <a:cxnLst/>
              <a:rect l="l" t="t" r="r" b="b"/>
              <a:pathLst>
                <a:path w="665" h="113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5"/>
            <p:cNvSpPr/>
            <p:nvPr/>
          </p:nvSpPr>
          <p:spPr>
            <a:xfrm flipH="1">
              <a:off x="7886508" y="5048825"/>
              <a:ext cx="239400" cy="94677"/>
            </a:xfrm>
            <a:custGeom>
              <a:avLst/>
              <a:gdLst/>
              <a:ahLst/>
              <a:cxnLst/>
              <a:rect l="l" t="t" r="r" b="b"/>
              <a:pathLst>
                <a:path w="665" h="1620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15"/>
            <p:cNvSpPr/>
            <p:nvPr/>
          </p:nvSpPr>
          <p:spPr>
            <a:xfrm flipH="1">
              <a:off x="7587707" y="5020539"/>
              <a:ext cx="239760" cy="122963"/>
            </a:xfrm>
            <a:custGeom>
              <a:avLst/>
              <a:gdLst/>
              <a:ahLst/>
              <a:cxnLst/>
              <a:rect l="l" t="t" r="r" b="b"/>
              <a:pathLst>
                <a:path w="666" h="2104" extrusionOk="0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15"/>
            <p:cNvSpPr/>
            <p:nvPr/>
          </p:nvSpPr>
          <p:spPr>
            <a:xfrm flipH="1">
              <a:off x="7289267" y="5009493"/>
              <a:ext cx="239400" cy="134009"/>
            </a:xfrm>
            <a:custGeom>
              <a:avLst/>
              <a:gdLst/>
              <a:ahLst/>
              <a:cxnLst/>
              <a:rect l="l" t="t" r="r" b="b"/>
              <a:pathLst>
                <a:path w="665" h="22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5"/>
            <p:cNvSpPr/>
            <p:nvPr/>
          </p:nvSpPr>
          <p:spPr>
            <a:xfrm flipH="1">
              <a:off x="6692025" y="4988980"/>
              <a:ext cx="239400" cy="154522"/>
            </a:xfrm>
            <a:custGeom>
              <a:avLst/>
              <a:gdLst/>
              <a:ahLst/>
              <a:cxnLst/>
              <a:rect l="l" t="t" r="r" b="b"/>
              <a:pathLst>
                <a:path w="665" h="2644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15"/>
            <p:cNvSpPr/>
            <p:nvPr/>
          </p:nvSpPr>
          <p:spPr>
            <a:xfrm flipH="1">
              <a:off x="6094784" y="4980623"/>
              <a:ext cx="239400" cy="162879"/>
            </a:xfrm>
            <a:custGeom>
              <a:avLst/>
              <a:gdLst/>
              <a:ahLst/>
              <a:cxnLst/>
              <a:rect l="l" t="t" r="r" b="b"/>
              <a:pathLst>
                <a:path w="665" h="278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5"/>
            <p:cNvSpPr/>
            <p:nvPr/>
          </p:nvSpPr>
          <p:spPr>
            <a:xfrm flipH="1">
              <a:off x="5795983" y="4966948"/>
              <a:ext cx="239400" cy="176555"/>
            </a:xfrm>
            <a:custGeom>
              <a:avLst/>
              <a:gdLst/>
              <a:ahLst/>
              <a:cxnLst/>
              <a:rect l="l" t="t" r="r" b="b"/>
              <a:pathLst>
                <a:path w="665" h="302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5"/>
            <p:cNvSpPr/>
            <p:nvPr/>
          </p:nvSpPr>
          <p:spPr>
            <a:xfrm flipH="1">
              <a:off x="5497542" y="4938486"/>
              <a:ext cx="239400" cy="205016"/>
            </a:xfrm>
            <a:custGeom>
              <a:avLst/>
              <a:gdLst/>
              <a:ahLst/>
              <a:cxnLst/>
              <a:rect l="l" t="t" r="r" b="b"/>
              <a:pathLst>
                <a:path w="665" h="350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5"/>
            <p:cNvSpPr/>
            <p:nvPr/>
          </p:nvSpPr>
          <p:spPr>
            <a:xfrm flipH="1">
              <a:off x="5198742" y="4945207"/>
              <a:ext cx="239400" cy="198295"/>
            </a:xfrm>
            <a:custGeom>
              <a:avLst/>
              <a:gdLst/>
              <a:ahLst/>
              <a:cxnLst/>
              <a:rect l="l" t="t" r="r" b="b"/>
              <a:pathLst>
                <a:path w="665" h="33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5"/>
            <p:cNvSpPr/>
            <p:nvPr/>
          </p:nvSpPr>
          <p:spPr>
            <a:xfrm flipH="1">
              <a:off x="4899941" y="4929545"/>
              <a:ext cx="239400" cy="213958"/>
            </a:xfrm>
            <a:custGeom>
              <a:avLst/>
              <a:gdLst/>
              <a:ahLst/>
              <a:cxnLst/>
              <a:rect l="l" t="t" r="r" b="b"/>
              <a:pathLst>
                <a:path w="665" h="366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5"/>
            <p:cNvSpPr/>
            <p:nvPr/>
          </p:nvSpPr>
          <p:spPr>
            <a:xfrm flipH="1">
              <a:off x="4601500" y="4884626"/>
              <a:ext cx="239400" cy="258876"/>
            </a:xfrm>
            <a:custGeom>
              <a:avLst/>
              <a:gdLst/>
              <a:ahLst/>
              <a:cxnLst/>
              <a:rect l="l" t="t" r="r" b="b"/>
              <a:pathLst>
                <a:path w="665" h="386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5"/>
            <p:cNvSpPr/>
            <p:nvPr/>
          </p:nvSpPr>
          <p:spPr>
            <a:xfrm flipH="1">
              <a:off x="6990466" y="5026208"/>
              <a:ext cx="239400" cy="117294"/>
            </a:xfrm>
            <a:custGeom>
              <a:avLst/>
              <a:gdLst/>
              <a:ahLst/>
              <a:cxnLst/>
              <a:rect l="l" t="t" r="r" b="b"/>
              <a:pathLst>
                <a:path w="665" h="200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15"/>
            <p:cNvSpPr/>
            <p:nvPr/>
          </p:nvSpPr>
          <p:spPr>
            <a:xfrm flipH="1">
              <a:off x="6393584" y="5013584"/>
              <a:ext cx="239400" cy="129918"/>
            </a:xfrm>
            <a:custGeom>
              <a:avLst/>
              <a:gdLst/>
              <a:ahLst/>
              <a:cxnLst/>
              <a:rect l="l" t="t" r="r" b="b"/>
              <a:pathLst>
                <a:path w="665" h="222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8" name="Google Shape;2248;p22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2249" name="Google Shape;2249;p22"/>
            <p:cNvSpPr/>
            <p:nvPr/>
          </p:nvSpPr>
          <p:spPr>
            <a:xfrm>
              <a:off x="0" y="19319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p22"/>
            <p:cNvSpPr/>
            <p:nvPr/>
          </p:nvSpPr>
          <p:spPr>
            <a:xfrm>
              <a:off x="0" y="401120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p22"/>
            <p:cNvSpPr/>
            <p:nvPr/>
          </p:nvSpPr>
          <p:spPr>
            <a:xfrm>
              <a:off x="0" y="60904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p22"/>
            <p:cNvSpPr/>
            <p:nvPr/>
          </p:nvSpPr>
          <p:spPr>
            <a:xfrm>
              <a:off x="0" y="81697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p22"/>
            <p:cNvSpPr/>
            <p:nvPr/>
          </p:nvSpPr>
          <p:spPr>
            <a:xfrm>
              <a:off x="0" y="102408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p22"/>
            <p:cNvSpPr/>
            <p:nvPr/>
          </p:nvSpPr>
          <p:spPr>
            <a:xfrm>
              <a:off x="0" y="123201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p22"/>
            <p:cNvSpPr/>
            <p:nvPr/>
          </p:nvSpPr>
          <p:spPr>
            <a:xfrm>
              <a:off x="0" y="143994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p22"/>
            <p:cNvSpPr/>
            <p:nvPr/>
          </p:nvSpPr>
          <p:spPr>
            <a:xfrm>
              <a:off x="0" y="164786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p22"/>
            <p:cNvSpPr/>
            <p:nvPr/>
          </p:nvSpPr>
          <p:spPr>
            <a:xfrm>
              <a:off x="0" y="1854977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p22"/>
            <p:cNvSpPr/>
            <p:nvPr/>
          </p:nvSpPr>
          <p:spPr>
            <a:xfrm>
              <a:off x="0" y="206290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p22"/>
            <p:cNvSpPr/>
            <p:nvPr/>
          </p:nvSpPr>
          <p:spPr>
            <a:xfrm>
              <a:off x="0" y="227083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0" name="Google Shape;2260;p22"/>
            <p:cNvSpPr/>
            <p:nvPr/>
          </p:nvSpPr>
          <p:spPr>
            <a:xfrm>
              <a:off x="0" y="247876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p22"/>
            <p:cNvSpPr/>
            <p:nvPr/>
          </p:nvSpPr>
          <p:spPr>
            <a:xfrm>
              <a:off x="0" y="268668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p22"/>
            <p:cNvSpPr/>
            <p:nvPr/>
          </p:nvSpPr>
          <p:spPr>
            <a:xfrm>
              <a:off x="0" y="289461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3" name="Google Shape;2263;p22"/>
            <p:cNvSpPr/>
            <p:nvPr/>
          </p:nvSpPr>
          <p:spPr>
            <a:xfrm>
              <a:off x="0" y="3102544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4" name="Google Shape;2264;p22"/>
            <p:cNvSpPr/>
            <p:nvPr/>
          </p:nvSpPr>
          <p:spPr>
            <a:xfrm>
              <a:off x="0" y="330965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5" name="Google Shape;2265;p22"/>
            <p:cNvSpPr/>
            <p:nvPr/>
          </p:nvSpPr>
          <p:spPr>
            <a:xfrm>
              <a:off x="0" y="351758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p22"/>
            <p:cNvSpPr/>
            <p:nvPr/>
          </p:nvSpPr>
          <p:spPr>
            <a:xfrm>
              <a:off x="0" y="372550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7" name="Google Shape;2267;p22"/>
            <p:cNvSpPr/>
            <p:nvPr/>
          </p:nvSpPr>
          <p:spPr>
            <a:xfrm>
              <a:off x="0" y="393343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8" name="Google Shape;2268;p22"/>
            <p:cNvSpPr/>
            <p:nvPr/>
          </p:nvSpPr>
          <p:spPr>
            <a:xfrm>
              <a:off x="0" y="414054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9" name="Google Shape;2269;p22"/>
            <p:cNvSpPr/>
            <p:nvPr/>
          </p:nvSpPr>
          <p:spPr>
            <a:xfrm>
              <a:off x="0" y="434847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0" name="Google Shape;2270;p22"/>
            <p:cNvSpPr/>
            <p:nvPr/>
          </p:nvSpPr>
          <p:spPr>
            <a:xfrm>
              <a:off x="0" y="455640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1" name="Google Shape;2271;p22"/>
            <p:cNvSpPr/>
            <p:nvPr/>
          </p:nvSpPr>
          <p:spPr>
            <a:xfrm>
              <a:off x="0" y="476432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p22"/>
            <p:cNvSpPr/>
            <p:nvPr/>
          </p:nvSpPr>
          <p:spPr>
            <a:xfrm>
              <a:off x="0" y="497225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p22"/>
            <p:cNvSpPr/>
            <p:nvPr/>
          </p:nvSpPr>
          <p:spPr>
            <a:xfrm>
              <a:off x="86768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p22"/>
            <p:cNvSpPr/>
            <p:nvPr/>
          </p:nvSpPr>
          <p:spPr>
            <a:xfrm>
              <a:off x="847046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5" name="Google Shape;2275;p22"/>
            <p:cNvSpPr/>
            <p:nvPr/>
          </p:nvSpPr>
          <p:spPr>
            <a:xfrm>
              <a:off x="826327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6" name="Google Shape;2276;p22"/>
            <p:cNvSpPr/>
            <p:nvPr/>
          </p:nvSpPr>
          <p:spPr>
            <a:xfrm>
              <a:off x="805608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p22"/>
            <p:cNvSpPr/>
            <p:nvPr/>
          </p:nvSpPr>
          <p:spPr>
            <a:xfrm>
              <a:off x="78488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22"/>
            <p:cNvSpPr/>
            <p:nvPr/>
          </p:nvSpPr>
          <p:spPr>
            <a:xfrm>
              <a:off x="764169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p22"/>
            <p:cNvSpPr/>
            <p:nvPr/>
          </p:nvSpPr>
          <p:spPr>
            <a:xfrm>
              <a:off x="74345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p22"/>
            <p:cNvSpPr/>
            <p:nvPr/>
          </p:nvSpPr>
          <p:spPr>
            <a:xfrm>
              <a:off x="722730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p22"/>
            <p:cNvSpPr/>
            <p:nvPr/>
          </p:nvSpPr>
          <p:spPr>
            <a:xfrm>
              <a:off x="702093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p22"/>
            <p:cNvSpPr/>
            <p:nvPr/>
          </p:nvSpPr>
          <p:spPr>
            <a:xfrm>
              <a:off x="68137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p22"/>
            <p:cNvSpPr/>
            <p:nvPr/>
          </p:nvSpPr>
          <p:spPr>
            <a:xfrm>
              <a:off x="66065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p22"/>
            <p:cNvSpPr/>
            <p:nvPr/>
          </p:nvSpPr>
          <p:spPr>
            <a:xfrm>
              <a:off x="639934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p22"/>
            <p:cNvSpPr/>
            <p:nvPr/>
          </p:nvSpPr>
          <p:spPr>
            <a:xfrm>
              <a:off x="619297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p22"/>
            <p:cNvSpPr/>
            <p:nvPr/>
          </p:nvSpPr>
          <p:spPr>
            <a:xfrm>
              <a:off x="598577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p22"/>
            <p:cNvSpPr/>
            <p:nvPr/>
          </p:nvSpPr>
          <p:spPr>
            <a:xfrm>
              <a:off x="577858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p22"/>
            <p:cNvSpPr/>
            <p:nvPr/>
          </p:nvSpPr>
          <p:spPr>
            <a:xfrm>
              <a:off x="55713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p22"/>
            <p:cNvSpPr/>
            <p:nvPr/>
          </p:nvSpPr>
          <p:spPr>
            <a:xfrm>
              <a:off x="536501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p22"/>
            <p:cNvSpPr/>
            <p:nvPr/>
          </p:nvSpPr>
          <p:spPr>
            <a:xfrm>
              <a:off x="515863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p22"/>
            <p:cNvSpPr/>
            <p:nvPr/>
          </p:nvSpPr>
          <p:spPr>
            <a:xfrm>
              <a:off x="495144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22"/>
            <p:cNvSpPr/>
            <p:nvPr/>
          </p:nvSpPr>
          <p:spPr>
            <a:xfrm>
              <a:off x="47442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p22"/>
            <p:cNvSpPr/>
            <p:nvPr/>
          </p:nvSpPr>
          <p:spPr>
            <a:xfrm>
              <a:off x="453705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p22"/>
            <p:cNvSpPr/>
            <p:nvPr/>
          </p:nvSpPr>
          <p:spPr>
            <a:xfrm>
              <a:off x="432986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p22"/>
            <p:cNvSpPr/>
            <p:nvPr/>
          </p:nvSpPr>
          <p:spPr>
            <a:xfrm>
              <a:off x="412266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22"/>
            <p:cNvSpPr/>
            <p:nvPr/>
          </p:nvSpPr>
          <p:spPr>
            <a:xfrm>
              <a:off x="39162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22"/>
            <p:cNvSpPr/>
            <p:nvPr/>
          </p:nvSpPr>
          <p:spPr>
            <a:xfrm>
              <a:off x="370909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p22"/>
            <p:cNvSpPr/>
            <p:nvPr/>
          </p:nvSpPr>
          <p:spPr>
            <a:xfrm>
              <a:off x="35019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p22"/>
            <p:cNvSpPr/>
            <p:nvPr/>
          </p:nvSpPr>
          <p:spPr>
            <a:xfrm>
              <a:off x="329470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p22"/>
            <p:cNvSpPr/>
            <p:nvPr/>
          </p:nvSpPr>
          <p:spPr>
            <a:xfrm>
              <a:off x="308751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p22"/>
            <p:cNvSpPr/>
            <p:nvPr/>
          </p:nvSpPr>
          <p:spPr>
            <a:xfrm>
              <a:off x="28811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2" name="Google Shape;2302;p22"/>
            <p:cNvSpPr/>
            <p:nvPr/>
          </p:nvSpPr>
          <p:spPr>
            <a:xfrm>
              <a:off x="26739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p22"/>
            <p:cNvSpPr/>
            <p:nvPr/>
          </p:nvSpPr>
          <p:spPr>
            <a:xfrm>
              <a:off x="246674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p22"/>
            <p:cNvSpPr/>
            <p:nvPr/>
          </p:nvSpPr>
          <p:spPr>
            <a:xfrm>
              <a:off x="225955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p22"/>
            <p:cNvSpPr/>
            <p:nvPr/>
          </p:nvSpPr>
          <p:spPr>
            <a:xfrm>
              <a:off x="205236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p22"/>
            <p:cNvSpPr/>
            <p:nvPr/>
          </p:nvSpPr>
          <p:spPr>
            <a:xfrm>
              <a:off x="184598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7" name="Google Shape;2307;p22"/>
            <p:cNvSpPr/>
            <p:nvPr/>
          </p:nvSpPr>
          <p:spPr>
            <a:xfrm>
              <a:off x="16387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8" name="Google Shape;2308;p22"/>
            <p:cNvSpPr/>
            <p:nvPr/>
          </p:nvSpPr>
          <p:spPr>
            <a:xfrm>
              <a:off x="143159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9" name="Google Shape;2309;p22"/>
            <p:cNvSpPr/>
            <p:nvPr/>
          </p:nvSpPr>
          <p:spPr>
            <a:xfrm>
              <a:off x="122440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0" name="Google Shape;2310;p22"/>
            <p:cNvSpPr/>
            <p:nvPr/>
          </p:nvSpPr>
          <p:spPr>
            <a:xfrm>
              <a:off x="101720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1" name="Google Shape;2311;p22"/>
            <p:cNvSpPr/>
            <p:nvPr/>
          </p:nvSpPr>
          <p:spPr>
            <a:xfrm>
              <a:off x="81001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2" name="Google Shape;2312;p22"/>
            <p:cNvSpPr/>
            <p:nvPr/>
          </p:nvSpPr>
          <p:spPr>
            <a:xfrm>
              <a:off x="60363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3" name="Google Shape;2313;p22"/>
            <p:cNvSpPr/>
            <p:nvPr/>
          </p:nvSpPr>
          <p:spPr>
            <a:xfrm>
              <a:off x="39644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4" name="Google Shape;2314;p22"/>
            <p:cNvSpPr/>
            <p:nvPr/>
          </p:nvSpPr>
          <p:spPr>
            <a:xfrm>
              <a:off x="18925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p22"/>
            <p:cNvSpPr/>
            <p:nvPr/>
          </p:nvSpPr>
          <p:spPr>
            <a:xfrm>
              <a:off x="8716176" y="19320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p22"/>
            <p:cNvSpPr/>
            <p:nvPr/>
          </p:nvSpPr>
          <p:spPr>
            <a:xfrm>
              <a:off x="8716176" y="40112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p22"/>
            <p:cNvSpPr/>
            <p:nvPr/>
          </p:nvSpPr>
          <p:spPr>
            <a:xfrm>
              <a:off x="8716176" y="60905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p22"/>
            <p:cNvSpPr/>
            <p:nvPr/>
          </p:nvSpPr>
          <p:spPr>
            <a:xfrm>
              <a:off x="8716176" y="81698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9" name="Google Shape;2319;p22"/>
            <p:cNvSpPr/>
            <p:nvPr/>
          </p:nvSpPr>
          <p:spPr>
            <a:xfrm>
              <a:off x="8716176" y="102409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p22"/>
            <p:cNvSpPr/>
            <p:nvPr/>
          </p:nvSpPr>
          <p:spPr>
            <a:xfrm>
              <a:off x="8716176" y="123201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22"/>
            <p:cNvSpPr/>
            <p:nvPr/>
          </p:nvSpPr>
          <p:spPr>
            <a:xfrm>
              <a:off x="8716176" y="143994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p22"/>
            <p:cNvSpPr/>
            <p:nvPr/>
          </p:nvSpPr>
          <p:spPr>
            <a:xfrm>
              <a:off x="8716176" y="164787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3" name="Google Shape;2323;p22"/>
            <p:cNvSpPr/>
            <p:nvPr/>
          </p:nvSpPr>
          <p:spPr>
            <a:xfrm>
              <a:off x="8716176" y="185498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p22"/>
            <p:cNvSpPr/>
            <p:nvPr/>
          </p:nvSpPr>
          <p:spPr>
            <a:xfrm>
              <a:off x="8716176" y="206290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5" name="Google Shape;2325;p22"/>
            <p:cNvSpPr/>
            <p:nvPr/>
          </p:nvSpPr>
          <p:spPr>
            <a:xfrm>
              <a:off x="8716176" y="227083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6" name="Google Shape;2326;p22"/>
            <p:cNvSpPr/>
            <p:nvPr/>
          </p:nvSpPr>
          <p:spPr>
            <a:xfrm>
              <a:off x="8716176" y="247876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p22"/>
            <p:cNvSpPr/>
            <p:nvPr/>
          </p:nvSpPr>
          <p:spPr>
            <a:xfrm>
              <a:off x="8716176" y="268668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p22"/>
            <p:cNvSpPr/>
            <p:nvPr/>
          </p:nvSpPr>
          <p:spPr>
            <a:xfrm>
              <a:off x="8716176" y="289461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9" name="Google Shape;2329;p22"/>
            <p:cNvSpPr/>
            <p:nvPr/>
          </p:nvSpPr>
          <p:spPr>
            <a:xfrm>
              <a:off x="8716176" y="310254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p22"/>
            <p:cNvSpPr/>
            <p:nvPr/>
          </p:nvSpPr>
          <p:spPr>
            <a:xfrm>
              <a:off x="8716176" y="330965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1" name="Google Shape;2331;p22"/>
            <p:cNvSpPr/>
            <p:nvPr/>
          </p:nvSpPr>
          <p:spPr>
            <a:xfrm>
              <a:off x="8716176" y="351757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2" name="Google Shape;2332;p22"/>
            <p:cNvSpPr/>
            <p:nvPr/>
          </p:nvSpPr>
          <p:spPr>
            <a:xfrm>
              <a:off x="8716176" y="372550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p22"/>
            <p:cNvSpPr/>
            <p:nvPr/>
          </p:nvSpPr>
          <p:spPr>
            <a:xfrm>
              <a:off x="8716176" y="393343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p22"/>
            <p:cNvSpPr/>
            <p:nvPr/>
          </p:nvSpPr>
          <p:spPr>
            <a:xfrm>
              <a:off x="8716176" y="414054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p22"/>
            <p:cNvSpPr/>
            <p:nvPr/>
          </p:nvSpPr>
          <p:spPr>
            <a:xfrm>
              <a:off x="8716176" y="434846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p22"/>
            <p:cNvSpPr/>
            <p:nvPr/>
          </p:nvSpPr>
          <p:spPr>
            <a:xfrm>
              <a:off x="8716176" y="455639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p22"/>
            <p:cNvSpPr/>
            <p:nvPr/>
          </p:nvSpPr>
          <p:spPr>
            <a:xfrm>
              <a:off x="8716176" y="476432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p22"/>
            <p:cNvSpPr/>
            <p:nvPr/>
          </p:nvSpPr>
          <p:spPr>
            <a:xfrm>
              <a:off x="8716176" y="497225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p22"/>
            <p:cNvSpPr/>
            <p:nvPr/>
          </p:nvSpPr>
          <p:spPr>
            <a:xfrm>
              <a:off x="907150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0" name="Google Shape;2340;p22"/>
            <p:cNvSpPr/>
            <p:nvPr/>
          </p:nvSpPr>
          <p:spPr>
            <a:xfrm>
              <a:off x="886430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41" name="Google Shape;2341;p22"/>
          <p:cNvGrpSpPr/>
          <p:nvPr/>
        </p:nvGrpSpPr>
        <p:grpSpPr>
          <a:xfrm rot="10800000" flipH="1">
            <a:off x="-25" y="539501"/>
            <a:ext cx="713204" cy="4057299"/>
            <a:chOff x="-17" y="539499"/>
            <a:chExt cx="453231" cy="4057299"/>
          </a:xfrm>
        </p:grpSpPr>
        <p:sp>
          <p:nvSpPr>
            <p:cNvPr id="2342" name="Google Shape;2342;p22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avLst/>
              <a:gdLst/>
              <a:ahLst/>
              <a:cxnLst/>
              <a:rect l="l" t="t" r="r" b="b"/>
              <a:pathLst>
                <a:path w="251" h="1500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p22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avLst/>
              <a:gdLst/>
              <a:ahLst/>
              <a:cxnLst/>
              <a:rect l="l" t="t" r="r" b="b"/>
              <a:pathLst>
                <a:path w="250" h="268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4" name="Google Shape;2344;p22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avLst/>
              <a:gdLst/>
              <a:ahLst/>
              <a:cxnLst/>
              <a:rect l="l" t="t" r="r" b="b"/>
              <a:pathLst>
                <a:path w="251" h="359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5" name="Google Shape;2345;p22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6" name="Google Shape;2346;p22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7" name="Google Shape;2347;p22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p22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9" name="Google Shape;2349;p22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avLst/>
              <a:gdLst/>
              <a:ahLst/>
              <a:cxnLst/>
              <a:rect l="l" t="t" r="r" b="b"/>
              <a:pathLst>
                <a:path w="251" h="22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p22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p22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avLst/>
              <a:gdLst/>
              <a:ahLst/>
              <a:cxnLst/>
              <a:rect l="l" t="t" r="r" b="b"/>
              <a:pathLst>
                <a:path w="250" h="48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2" name="Google Shape;2352;p22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3" name="Google Shape;2353;p22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4" name="Google Shape;2354;p22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p22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p22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7" name="Google Shape;2357;p22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8" name="Google Shape;2358;p22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9" name="Google Shape;2359;p22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0" name="Google Shape;2360;p22"/>
            <p:cNvSpPr/>
            <p:nvPr/>
          </p:nvSpPr>
          <p:spPr>
            <a:xfrm rot="5400000">
              <a:off x="6777" y="943756"/>
              <a:ext cx="82606" cy="96193"/>
            </a:xfrm>
            <a:custGeom>
              <a:avLst/>
              <a:gdLst/>
              <a:ahLst/>
              <a:cxnLst/>
              <a:rect l="l" t="t" r="r" b="b"/>
              <a:pathLst>
                <a:path w="250" h="76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1" name="Google Shape;2361;p22"/>
            <p:cNvSpPr/>
            <p:nvPr/>
          </p:nvSpPr>
          <p:spPr>
            <a:xfrm rot="5400000">
              <a:off x="6549" y="669730"/>
              <a:ext cx="82937" cy="96067"/>
            </a:xfrm>
            <a:custGeom>
              <a:avLst/>
              <a:gdLst/>
              <a:ahLst/>
              <a:cxnLst/>
              <a:rect l="l" t="t" r="r" b="b"/>
              <a:pathLst>
                <a:path w="251" h="76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2" name="Google Shape;2362;p22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avLst/>
              <a:gdLst/>
              <a:ahLst/>
              <a:cxnLst/>
              <a:rect l="l" t="t" r="r" b="b"/>
              <a:pathLst>
                <a:path w="250" h="127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3" name="Google Shape;2363;p22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4" name="Google Shape;2364;p22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avLst/>
              <a:gdLst/>
              <a:ahLst/>
              <a:cxnLst/>
              <a:rect l="l" t="t" r="r" b="b"/>
              <a:pathLst>
                <a:path w="251" h="48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5" name="Google Shape;2365;p22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p22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p22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p22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p22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p22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2100" rIns="90000" bIns="42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p22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avLst/>
              <a:gdLst/>
              <a:ahLst/>
              <a:cxnLst/>
              <a:rect l="l" t="t" r="r" b="b"/>
              <a:pathLst>
                <a:path w="250" h="189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2" name="Google Shape;2372;p22"/>
          <p:cNvGrpSpPr/>
          <p:nvPr/>
        </p:nvGrpSpPr>
        <p:grpSpPr>
          <a:xfrm>
            <a:off x="-12" y="539500"/>
            <a:ext cx="499460" cy="4057299"/>
            <a:chOff x="-17" y="539499"/>
            <a:chExt cx="453231" cy="4057299"/>
          </a:xfrm>
        </p:grpSpPr>
        <p:sp>
          <p:nvSpPr>
            <p:cNvPr id="2373" name="Google Shape;2373;p22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avLst/>
              <a:gdLst/>
              <a:ahLst/>
              <a:cxnLst/>
              <a:rect l="l" t="t" r="r" b="b"/>
              <a:pathLst>
                <a:path w="251" h="1500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p22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avLst/>
              <a:gdLst/>
              <a:ahLst/>
              <a:cxnLst/>
              <a:rect l="l" t="t" r="r" b="b"/>
              <a:pathLst>
                <a:path w="250" h="268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p22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avLst/>
              <a:gdLst/>
              <a:ahLst/>
              <a:cxnLst/>
              <a:rect l="l" t="t" r="r" b="b"/>
              <a:pathLst>
                <a:path w="251" h="359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p22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p22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p22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22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p22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avLst/>
              <a:gdLst/>
              <a:ahLst/>
              <a:cxnLst/>
              <a:rect l="l" t="t" r="r" b="b"/>
              <a:pathLst>
                <a:path w="251" h="22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22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p22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avLst/>
              <a:gdLst/>
              <a:ahLst/>
              <a:cxnLst/>
              <a:rect l="l" t="t" r="r" b="b"/>
              <a:pathLst>
                <a:path w="250" h="48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p22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22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22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p22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7" name="Google Shape;2387;p22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8" name="Google Shape;2388;p22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p22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p22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p22"/>
            <p:cNvSpPr/>
            <p:nvPr/>
          </p:nvSpPr>
          <p:spPr>
            <a:xfrm rot="5400000">
              <a:off x="6777" y="943756"/>
              <a:ext cx="82606" cy="96193"/>
            </a:xfrm>
            <a:custGeom>
              <a:avLst/>
              <a:gdLst/>
              <a:ahLst/>
              <a:cxnLst/>
              <a:rect l="l" t="t" r="r" b="b"/>
              <a:pathLst>
                <a:path w="250" h="76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p22"/>
            <p:cNvSpPr/>
            <p:nvPr/>
          </p:nvSpPr>
          <p:spPr>
            <a:xfrm rot="5400000">
              <a:off x="6549" y="669730"/>
              <a:ext cx="82937" cy="96067"/>
            </a:xfrm>
            <a:custGeom>
              <a:avLst/>
              <a:gdLst/>
              <a:ahLst/>
              <a:cxnLst/>
              <a:rect l="l" t="t" r="r" b="b"/>
              <a:pathLst>
                <a:path w="251" h="76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p22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avLst/>
              <a:gdLst/>
              <a:ahLst/>
              <a:cxnLst/>
              <a:rect l="l" t="t" r="r" b="b"/>
              <a:pathLst>
                <a:path w="250" h="127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p22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22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avLst/>
              <a:gdLst/>
              <a:ahLst/>
              <a:cxnLst/>
              <a:rect l="l" t="t" r="r" b="b"/>
              <a:pathLst>
                <a:path w="251" h="48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p22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p22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8" name="Google Shape;2398;p22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p22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p22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p22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2100" rIns="90000" bIns="42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2" name="Google Shape;2402;p22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avLst/>
              <a:gdLst/>
              <a:ahLst/>
              <a:cxnLst/>
              <a:rect l="l" t="t" r="r" b="b"/>
              <a:pathLst>
                <a:path w="250" h="189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3" name="Google Shape;2403;p22"/>
          <p:cNvGrpSpPr/>
          <p:nvPr/>
        </p:nvGrpSpPr>
        <p:grpSpPr>
          <a:xfrm flipH="1">
            <a:off x="8430796" y="543100"/>
            <a:ext cx="713204" cy="4057299"/>
            <a:chOff x="-17" y="539499"/>
            <a:chExt cx="453231" cy="4057299"/>
          </a:xfrm>
        </p:grpSpPr>
        <p:sp>
          <p:nvSpPr>
            <p:cNvPr id="2404" name="Google Shape;2404;p22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avLst/>
              <a:gdLst/>
              <a:ahLst/>
              <a:cxnLst/>
              <a:rect l="l" t="t" r="r" b="b"/>
              <a:pathLst>
                <a:path w="251" h="1500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5" name="Google Shape;2405;p22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avLst/>
              <a:gdLst/>
              <a:ahLst/>
              <a:cxnLst/>
              <a:rect l="l" t="t" r="r" b="b"/>
              <a:pathLst>
                <a:path w="250" h="268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6" name="Google Shape;2406;p22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avLst/>
              <a:gdLst/>
              <a:ahLst/>
              <a:cxnLst/>
              <a:rect l="l" t="t" r="r" b="b"/>
              <a:pathLst>
                <a:path w="251" h="359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22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8" name="Google Shape;2408;p22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9" name="Google Shape;2409;p22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0" name="Google Shape;2410;p22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1" name="Google Shape;2411;p22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avLst/>
              <a:gdLst/>
              <a:ahLst/>
              <a:cxnLst/>
              <a:rect l="l" t="t" r="r" b="b"/>
              <a:pathLst>
                <a:path w="251" h="22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2" name="Google Shape;2412;p22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p22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avLst/>
              <a:gdLst/>
              <a:ahLst/>
              <a:cxnLst/>
              <a:rect l="l" t="t" r="r" b="b"/>
              <a:pathLst>
                <a:path w="250" h="48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22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22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p22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22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22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9" name="Google Shape;2419;p22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0" name="Google Shape;2420;p22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1" name="Google Shape;2421;p22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p22"/>
            <p:cNvSpPr/>
            <p:nvPr/>
          </p:nvSpPr>
          <p:spPr>
            <a:xfrm rot="5400000">
              <a:off x="6777" y="943756"/>
              <a:ext cx="82606" cy="96193"/>
            </a:xfrm>
            <a:custGeom>
              <a:avLst/>
              <a:gdLst/>
              <a:ahLst/>
              <a:cxnLst/>
              <a:rect l="l" t="t" r="r" b="b"/>
              <a:pathLst>
                <a:path w="250" h="76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22"/>
            <p:cNvSpPr/>
            <p:nvPr/>
          </p:nvSpPr>
          <p:spPr>
            <a:xfrm rot="5400000">
              <a:off x="6549" y="669730"/>
              <a:ext cx="82937" cy="96067"/>
            </a:xfrm>
            <a:custGeom>
              <a:avLst/>
              <a:gdLst/>
              <a:ahLst/>
              <a:cxnLst/>
              <a:rect l="l" t="t" r="r" b="b"/>
              <a:pathLst>
                <a:path w="251" h="76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p22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avLst/>
              <a:gdLst/>
              <a:ahLst/>
              <a:cxnLst/>
              <a:rect l="l" t="t" r="r" b="b"/>
              <a:pathLst>
                <a:path w="250" h="127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p22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6" name="Google Shape;2426;p22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avLst/>
              <a:gdLst/>
              <a:ahLst/>
              <a:cxnLst/>
              <a:rect l="l" t="t" r="r" b="b"/>
              <a:pathLst>
                <a:path w="251" h="48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p22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p22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9" name="Google Shape;2429;p22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22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1" name="Google Shape;2431;p22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p22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2100" rIns="90000" bIns="42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22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avLst/>
              <a:gdLst/>
              <a:ahLst/>
              <a:cxnLst/>
              <a:rect l="l" t="t" r="r" b="b"/>
              <a:pathLst>
                <a:path w="250" h="189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4" name="Google Shape;2434;p22"/>
          <p:cNvGrpSpPr/>
          <p:nvPr/>
        </p:nvGrpSpPr>
        <p:grpSpPr>
          <a:xfrm rot="10800000">
            <a:off x="8644526" y="543101"/>
            <a:ext cx="499460" cy="4057299"/>
            <a:chOff x="-17" y="539499"/>
            <a:chExt cx="453231" cy="4057299"/>
          </a:xfrm>
        </p:grpSpPr>
        <p:sp>
          <p:nvSpPr>
            <p:cNvPr id="2435" name="Google Shape;2435;p22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avLst/>
              <a:gdLst/>
              <a:ahLst/>
              <a:cxnLst/>
              <a:rect l="l" t="t" r="r" b="b"/>
              <a:pathLst>
                <a:path w="251" h="1500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22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avLst/>
              <a:gdLst/>
              <a:ahLst/>
              <a:cxnLst/>
              <a:rect l="l" t="t" r="r" b="b"/>
              <a:pathLst>
                <a:path w="250" h="268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p22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avLst/>
              <a:gdLst/>
              <a:ahLst/>
              <a:cxnLst/>
              <a:rect l="l" t="t" r="r" b="b"/>
              <a:pathLst>
                <a:path w="251" h="359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p22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p22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p22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1" name="Google Shape;2441;p22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p22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avLst/>
              <a:gdLst/>
              <a:ahLst/>
              <a:cxnLst/>
              <a:rect l="l" t="t" r="r" b="b"/>
              <a:pathLst>
                <a:path w="251" h="22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p22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p22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avLst/>
              <a:gdLst/>
              <a:ahLst/>
              <a:cxnLst/>
              <a:rect l="l" t="t" r="r" b="b"/>
              <a:pathLst>
                <a:path w="250" h="48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p22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p22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p22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p22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9" name="Google Shape;2449;p22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0" name="Google Shape;2450;p22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1" name="Google Shape;2451;p22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p22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3" name="Google Shape;2453;p22"/>
            <p:cNvSpPr/>
            <p:nvPr/>
          </p:nvSpPr>
          <p:spPr>
            <a:xfrm rot="5400000">
              <a:off x="6777" y="943756"/>
              <a:ext cx="82606" cy="96193"/>
            </a:xfrm>
            <a:custGeom>
              <a:avLst/>
              <a:gdLst/>
              <a:ahLst/>
              <a:cxnLst/>
              <a:rect l="l" t="t" r="r" b="b"/>
              <a:pathLst>
                <a:path w="250" h="76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4" name="Google Shape;2454;p22"/>
            <p:cNvSpPr/>
            <p:nvPr/>
          </p:nvSpPr>
          <p:spPr>
            <a:xfrm rot="5400000">
              <a:off x="6549" y="669730"/>
              <a:ext cx="82937" cy="96067"/>
            </a:xfrm>
            <a:custGeom>
              <a:avLst/>
              <a:gdLst/>
              <a:ahLst/>
              <a:cxnLst/>
              <a:rect l="l" t="t" r="r" b="b"/>
              <a:pathLst>
                <a:path w="251" h="76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5" name="Google Shape;2455;p22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avLst/>
              <a:gdLst/>
              <a:ahLst/>
              <a:cxnLst/>
              <a:rect l="l" t="t" r="r" b="b"/>
              <a:pathLst>
                <a:path w="250" h="127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6" name="Google Shape;2456;p22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7" name="Google Shape;2457;p22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avLst/>
              <a:gdLst/>
              <a:ahLst/>
              <a:cxnLst/>
              <a:rect l="l" t="t" r="r" b="b"/>
              <a:pathLst>
                <a:path w="251" h="48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8" name="Google Shape;2458;p22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9" name="Google Shape;2459;p22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0" name="Google Shape;2460;p22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1" name="Google Shape;2461;p22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2" name="Google Shape;2462;p22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3" name="Google Shape;2463;p22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2100" rIns="90000" bIns="42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p22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avLst/>
              <a:gdLst/>
              <a:ahLst/>
              <a:cxnLst/>
              <a:rect l="l" t="t" r="r" b="b"/>
              <a:pathLst>
                <a:path w="250" h="189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8" r:id="rId7"/>
    <p:sldLayoutId id="2147483659" r:id="rId8"/>
    <p:sldLayoutId id="2147483661" r:id="rId9"/>
    <p:sldLayoutId id="214748366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microsoft.com/office/2007/relationships/hdphoto" Target="../media/hdphoto2.wdp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" name="Google Shape;2590;p27"/>
          <p:cNvSpPr txBox="1">
            <a:spLocks noGrp="1"/>
          </p:cNvSpPr>
          <p:nvPr>
            <p:ph type="ctrTitle"/>
          </p:nvPr>
        </p:nvSpPr>
        <p:spPr>
          <a:xfrm>
            <a:off x="747242" y="1863362"/>
            <a:ext cx="7649515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DATA SCIENCE </a:t>
            </a:r>
            <a:br>
              <a:rPr lang="en" sz="3600"/>
            </a:br>
            <a:r>
              <a:rPr lang="en" sz="3600">
                <a:solidFill>
                  <a:schemeClr val="bg2"/>
                </a:solidFill>
              </a:rPr>
              <a:t>CAPSTONE</a:t>
            </a:r>
            <a:r>
              <a:rPr lang="en" sz="3600"/>
              <a:t> PROJECT </a:t>
            </a:r>
            <a:br>
              <a:rPr lang="en" sz="3600"/>
            </a:br>
            <a:r>
              <a:rPr lang="en" sz="6000" u="sng"/>
              <a:t>Diabetes Prediction</a:t>
            </a:r>
            <a:endParaRPr sz="4500" u="sng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457A9A-037C-3638-2386-2DA5EEF5788F}"/>
              </a:ext>
            </a:extLst>
          </p:cNvPr>
          <p:cNvSpPr txBox="1"/>
          <p:nvPr/>
        </p:nvSpPr>
        <p:spPr>
          <a:xfrm>
            <a:off x="983849" y="3611301"/>
            <a:ext cx="5777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Outfit" pitchFamily="2" charset="0"/>
              </a:rPr>
              <a:t>By Matthew Madriaga, Ray Gomez, Brayden Davies, Seavchhun Teng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BE96E7C-0200-4C88-D8FF-B45568171202}"/>
              </a:ext>
            </a:extLst>
          </p:cNvPr>
          <p:cNvGrpSpPr/>
          <p:nvPr/>
        </p:nvGrpSpPr>
        <p:grpSpPr>
          <a:xfrm>
            <a:off x="5983460" y="1740207"/>
            <a:ext cx="2530909" cy="2347159"/>
            <a:chOff x="5983460" y="1740207"/>
            <a:chExt cx="2530909" cy="2347159"/>
          </a:xfrm>
        </p:grpSpPr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78D0C772-A143-7187-131B-DE603E74B9FB}"/>
                </a:ext>
              </a:extLst>
            </p:cNvPr>
            <p:cNvSpPr/>
            <p:nvPr/>
          </p:nvSpPr>
          <p:spPr>
            <a:xfrm>
              <a:off x="5983460" y="2988518"/>
              <a:ext cx="1855943" cy="1098124"/>
            </a:xfrm>
            <a:custGeom>
              <a:avLst/>
              <a:gdLst>
                <a:gd name="connsiteX0" fmla="*/ 1666959 w 1666959"/>
                <a:gd name="connsiteY0" fmla="*/ 833479 h 833479"/>
                <a:gd name="connsiteX1" fmla="*/ 0 w 1666959"/>
                <a:gd name="connsiteY1" fmla="*/ 825387 h 833479"/>
                <a:gd name="connsiteX2" fmla="*/ 0 w 1666959"/>
                <a:gd name="connsiteY2" fmla="*/ 0 h 833479"/>
                <a:gd name="connsiteX0" fmla="*/ 1790437 w 1790437"/>
                <a:gd name="connsiteY0" fmla="*/ 833479 h 888665"/>
                <a:gd name="connsiteX1" fmla="*/ 123478 w 1790437"/>
                <a:gd name="connsiteY1" fmla="*/ 825387 h 888665"/>
                <a:gd name="connsiteX2" fmla="*/ 123478 w 1790437"/>
                <a:gd name="connsiteY2" fmla="*/ 0 h 888665"/>
                <a:gd name="connsiteX0" fmla="*/ 1690755 w 1690755"/>
                <a:gd name="connsiteY0" fmla="*/ 833479 h 929544"/>
                <a:gd name="connsiteX1" fmla="*/ 23796 w 1690755"/>
                <a:gd name="connsiteY1" fmla="*/ 825387 h 929544"/>
                <a:gd name="connsiteX2" fmla="*/ 23796 w 1690755"/>
                <a:gd name="connsiteY2" fmla="*/ 0 h 929544"/>
                <a:gd name="connsiteX0" fmla="*/ 1667751 w 1667751"/>
                <a:gd name="connsiteY0" fmla="*/ 833479 h 939766"/>
                <a:gd name="connsiteX1" fmla="*/ 792 w 1667751"/>
                <a:gd name="connsiteY1" fmla="*/ 825387 h 939766"/>
                <a:gd name="connsiteX2" fmla="*/ 792 w 1667751"/>
                <a:gd name="connsiteY2" fmla="*/ 0 h 939766"/>
                <a:gd name="connsiteX0" fmla="*/ 1784260 w 1784260"/>
                <a:gd name="connsiteY0" fmla="*/ 954249 h 955366"/>
                <a:gd name="connsiteX1" fmla="*/ 123052 w 1784260"/>
                <a:gd name="connsiteY1" fmla="*/ 825387 h 955366"/>
                <a:gd name="connsiteX2" fmla="*/ 123052 w 1784260"/>
                <a:gd name="connsiteY2" fmla="*/ 0 h 955366"/>
                <a:gd name="connsiteX0" fmla="*/ 1666686 w 1666686"/>
                <a:gd name="connsiteY0" fmla="*/ 954249 h 1130179"/>
                <a:gd name="connsiteX1" fmla="*/ 5478 w 1666686"/>
                <a:gd name="connsiteY1" fmla="*/ 825387 h 1130179"/>
                <a:gd name="connsiteX2" fmla="*/ 5478 w 1666686"/>
                <a:gd name="connsiteY2" fmla="*/ 0 h 1130179"/>
                <a:gd name="connsiteX0" fmla="*/ 1666686 w 1666686"/>
                <a:gd name="connsiteY0" fmla="*/ 954249 h 1171458"/>
                <a:gd name="connsiteX1" fmla="*/ 5478 w 1666686"/>
                <a:gd name="connsiteY1" fmla="*/ 825387 h 1171458"/>
                <a:gd name="connsiteX2" fmla="*/ 5478 w 1666686"/>
                <a:gd name="connsiteY2" fmla="*/ 0 h 1171458"/>
                <a:gd name="connsiteX0" fmla="*/ 1666686 w 1666686"/>
                <a:gd name="connsiteY0" fmla="*/ 954249 h 1214433"/>
                <a:gd name="connsiteX1" fmla="*/ 5478 w 1666686"/>
                <a:gd name="connsiteY1" fmla="*/ 825387 h 1214433"/>
                <a:gd name="connsiteX2" fmla="*/ 5478 w 1666686"/>
                <a:gd name="connsiteY2" fmla="*/ 0 h 1214433"/>
                <a:gd name="connsiteX0" fmla="*/ 1666686 w 1666686"/>
                <a:gd name="connsiteY0" fmla="*/ 954249 h 1155250"/>
                <a:gd name="connsiteX1" fmla="*/ 5478 w 1666686"/>
                <a:gd name="connsiteY1" fmla="*/ 825387 h 1155250"/>
                <a:gd name="connsiteX2" fmla="*/ 5478 w 1666686"/>
                <a:gd name="connsiteY2" fmla="*/ 0 h 1155250"/>
                <a:gd name="connsiteX0" fmla="*/ 1666686 w 1666686"/>
                <a:gd name="connsiteY0" fmla="*/ 954249 h 1139645"/>
                <a:gd name="connsiteX1" fmla="*/ 377966 w 1666686"/>
                <a:gd name="connsiteY1" fmla="*/ 1137819 h 1139645"/>
                <a:gd name="connsiteX2" fmla="*/ 5478 w 1666686"/>
                <a:gd name="connsiteY2" fmla="*/ 825387 h 1139645"/>
                <a:gd name="connsiteX3" fmla="*/ 5478 w 1666686"/>
                <a:gd name="connsiteY3" fmla="*/ 0 h 1139645"/>
                <a:gd name="connsiteX0" fmla="*/ 1666686 w 1666686"/>
                <a:gd name="connsiteY0" fmla="*/ 954249 h 1137819"/>
                <a:gd name="connsiteX1" fmla="*/ 377966 w 1666686"/>
                <a:gd name="connsiteY1" fmla="*/ 1137819 h 1137819"/>
                <a:gd name="connsiteX2" fmla="*/ 5478 w 1666686"/>
                <a:gd name="connsiteY2" fmla="*/ 825387 h 1137819"/>
                <a:gd name="connsiteX3" fmla="*/ 5478 w 1666686"/>
                <a:gd name="connsiteY3" fmla="*/ 0 h 1137819"/>
                <a:gd name="connsiteX0" fmla="*/ 1637932 w 1637932"/>
                <a:gd name="connsiteY0" fmla="*/ 1121026 h 1137819"/>
                <a:gd name="connsiteX1" fmla="*/ 377966 w 1637932"/>
                <a:gd name="connsiteY1" fmla="*/ 1137819 h 1137819"/>
                <a:gd name="connsiteX2" fmla="*/ 5478 w 1637932"/>
                <a:gd name="connsiteY2" fmla="*/ 825387 h 1137819"/>
                <a:gd name="connsiteX3" fmla="*/ 5478 w 1637932"/>
                <a:gd name="connsiteY3" fmla="*/ 0 h 1137819"/>
                <a:gd name="connsiteX0" fmla="*/ 1639598 w 1639598"/>
                <a:gd name="connsiteY0" fmla="*/ 1121026 h 1137819"/>
                <a:gd name="connsiteX1" fmla="*/ 379632 w 1639598"/>
                <a:gd name="connsiteY1" fmla="*/ 1137819 h 1137819"/>
                <a:gd name="connsiteX2" fmla="*/ 7144 w 1639598"/>
                <a:gd name="connsiteY2" fmla="*/ 825387 h 1137819"/>
                <a:gd name="connsiteX3" fmla="*/ 7144 w 1639598"/>
                <a:gd name="connsiteY3" fmla="*/ 0 h 1137819"/>
                <a:gd name="connsiteX0" fmla="*/ 1639598 w 1639598"/>
                <a:gd name="connsiteY0" fmla="*/ 1146426 h 1146426"/>
                <a:gd name="connsiteX1" fmla="*/ 379632 w 1639598"/>
                <a:gd name="connsiteY1" fmla="*/ 1137819 h 1146426"/>
                <a:gd name="connsiteX2" fmla="*/ 7144 w 1639598"/>
                <a:gd name="connsiteY2" fmla="*/ 825387 h 1146426"/>
                <a:gd name="connsiteX3" fmla="*/ 7144 w 1639598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519 w 1632519"/>
                <a:gd name="connsiteY0" fmla="*/ 1146426 h 1146426"/>
                <a:gd name="connsiteX1" fmla="*/ 372553 w 1632519"/>
                <a:gd name="connsiteY1" fmla="*/ 1137819 h 1146426"/>
                <a:gd name="connsiteX2" fmla="*/ 65 w 1632519"/>
                <a:gd name="connsiteY2" fmla="*/ 825387 h 1146426"/>
                <a:gd name="connsiteX3" fmla="*/ 65 w 1632519"/>
                <a:gd name="connsiteY3" fmla="*/ 0 h 1146426"/>
                <a:gd name="connsiteX0" fmla="*/ 1635364 w 1635364"/>
                <a:gd name="connsiteY0" fmla="*/ 1146426 h 1146426"/>
                <a:gd name="connsiteX1" fmla="*/ 375398 w 1635364"/>
                <a:gd name="connsiteY1" fmla="*/ 1137819 h 1146426"/>
                <a:gd name="connsiteX2" fmla="*/ 2910 w 1635364"/>
                <a:gd name="connsiteY2" fmla="*/ 825387 h 1146426"/>
                <a:gd name="connsiteX3" fmla="*/ 2910 w 1635364"/>
                <a:gd name="connsiteY3" fmla="*/ 0 h 1146426"/>
                <a:gd name="connsiteX0" fmla="*/ 1635364 w 1635364"/>
                <a:gd name="connsiteY0" fmla="*/ 1133726 h 1137819"/>
                <a:gd name="connsiteX1" fmla="*/ 375398 w 1635364"/>
                <a:gd name="connsiteY1" fmla="*/ 1137819 h 1137819"/>
                <a:gd name="connsiteX2" fmla="*/ 2910 w 1635364"/>
                <a:gd name="connsiteY2" fmla="*/ 825387 h 1137819"/>
                <a:gd name="connsiteX3" fmla="*/ 2910 w 1635364"/>
                <a:gd name="connsiteY3" fmla="*/ 0 h 1137819"/>
                <a:gd name="connsiteX0" fmla="*/ 1633022 w 1633022"/>
                <a:gd name="connsiteY0" fmla="*/ 1133726 h 1137819"/>
                <a:gd name="connsiteX1" fmla="*/ 373056 w 1633022"/>
                <a:gd name="connsiteY1" fmla="*/ 1137819 h 1137819"/>
                <a:gd name="connsiteX2" fmla="*/ 568 w 1633022"/>
                <a:gd name="connsiteY2" fmla="*/ 825387 h 1137819"/>
                <a:gd name="connsiteX3" fmla="*/ 568 w 1633022"/>
                <a:gd name="connsiteY3" fmla="*/ 0 h 1137819"/>
                <a:gd name="connsiteX0" fmla="*/ 1636776 w 1636776"/>
                <a:gd name="connsiteY0" fmla="*/ 1133726 h 1137819"/>
                <a:gd name="connsiteX1" fmla="*/ 376810 w 1636776"/>
                <a:gd name="connsiteY1" fmla="*/ 1137819 h 1137819"/>
                <a:gd name="connsiteX2" fmla="*/ 4322 w 1636776"/>
                <a:gd name="connsiteY2" fmla="*/ 825387 h 1137819"/>
                <a:gd name="connsiteX3" fmla="*/ 4322 w 1636776"/>
                <a:gd name="connsiteY3" fmla="*/ 0 h 1137819"/>
                <a:gd name="connsiteX0" fmla="*/ 1632716 w 1632716"/>
                <a:gd name="connsiteY0" fmla="*/ 1133726 h 1137819"/>
                <a:gd name="connsiteX1" fmla="*/ 372750 w 1632716"/>
                <a:gd name="connsiteY1" fmla="*/ 1137819 h 1137819"/>
                <a:gd name="connsiteX2" fmla="*/ 262 w 1632716"/>
                <a:gd name="connsiteY2" fmla="*/ 825387 h 1137819"/>
                <a:gd name="connsiteX3" fmla="*/ 262 w 1632716"/>
                <a:gd name="connsiteY3" fmla="*/ 0 h 1137819"/>
                <a:gd name="connsiteX0" fmla="*/ 1632542 w 1632542"/>
                <a:gd name="connsiteY0" fmla="*/ 1133726 h 1137819"/>
                <a:gd name="connsiteX1" fmla="*/ 372576 w 1632542"/>
                <a:gd name="connsiteY1" fmla="*/ 1137819 h 1137819"/>
                <a:gd name="connsiteX2" fmla="*/ 88 w 1632542"/>
                <a:gd name="connsiteY2" fmla="*/ 825387 h 1137819"/>
                <a:gd name="connsiteX3" fmla="*/ 88 w 1632542"/>
                <a:gd name="connsiteY3" fmla="*/ 0 h 1137819"/>
                <a:gd name="connsiteX0" fmla="*/ 1626188 w 1626188"/>
                <a:gd name="connsiteY0" fmla="*/ 1143251 h 1143251"/>
                <a:gd name="connsiteX1" fmla="*/ 372576 w 1626188"/>
                <a:gd name="connsiteY1" fmla="*/ 1137819 h 1143251"/>
                <a:gd name="connsiteX2" fmla="*/ 88 w 1626188"/>
                <a:gd name="connsiteY2" fmla="*/ 825387 h 1143251"/>
                <a:gd name="connsiteX3" fmla="*/ 88 w 1626188"/>
                <a:gd name="connsiteY3" fmla="*/ 0 h 1143251"/>
                <a:gd name="connsiteX0" fmla="*/ 1626188 w 1626188"/>
                <a:gd name="connsiteY0" fmla="*/ 1130551 h 1137819"/>
                <a:gd name="connsiteX1" fmla="*/ 372576 w 1626188"/>
                <a:gd name="connsiteY1" fmla="*/ 1137819 h 1137819"/>
                <a:gd name="connsiteX2" fmla="*/ 88 w 1626188"/>
                <a:gd name="connsiteY2" fmla="*/ 825387 h 1137819"/>
                <a:gd name="connsiteX3" fmla="*/ 88 w 1626188"/>
                <a:gd name="connsiteY3" fmla="*/ 0 h 1137819"/>
                <a:gd name="connsiteX0" fmla="*/ 1626188 w 1626188"/>
                <a:gd name="connsiteY0" fmla="*/ 1140076 h 1140076"/>
                <a:gd name="connsiteX1" fmla="*/ 372576 w 1626188"/>
                <a:gd name="connsiteY1" fmla="*/ 1137819 h 1140076"/>
                <a:gd name="connsiteX2" fmla="*/ 88 w 1626188"/>
                <a:gd name="connsiteY2" fmla="*/ 825387 h 1140076"/>
                <a:gd name="connsiteX3" fmla="*/ 88 w 1626188"/>
                <a:gd name="connsiteY3" fmla="*/ 0 h 1140076"/>
                <a:gd name="connsiteX0" fmla="*/ 1619834 w 1619834"/>
                <a:gd name="connsiteY0" fmla="*/ 1127376 h 1137819"/>
                <a:gd name="connsiteX1" fmla="*/ 372576 w 1619834"/>
                <a:gd name="connsiteY1" fmla="*/ 1137819 h 1137819"/>
                <a:gd name="connsiteX2" fmla="*/ 88 w 1619834"/>
                <a:gd name="connsiteY2" fmla="*/ 825387 h 1137819"/>
                <a:gd name="connsiteX3" fmla="*/ 88 w 1619834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43251 h 1143251"/>
                <a:gd name="connsiteX1" fmla="*/ 372576 w 1642071"/>
                <a:gd name="connsiteY1" fmla="*/ 1137819 h 1143251"/>
                <a:gd name="connsiteX2" fmla="*/ 88 w 1642071"/>
                <a:gd name="connsiteY2" fmla="*/ 825387 h 1143251"/>
                <a:gd name="connsiteX3" fmla="*/ 88 w 1642071"/>
                <a:gd name="connsiteY3" fmla="*/ 0 h 1143251"/>
                <a:gd name="connsiteX0" fmla="*/ 1642071 w 1642071"/>
                <a:gd name="connsiteY0" fmla="*/ 1143251 h 1143251"/>
                <a:gd name="connsiteX1" fmla="*/ 372576 w 1642071"/>
                <a:gd name="connsiteY1" fmla="*/ 1137819 h 1143251"/>
                <a:gd name="connsiteX2" fmla="*/ 88 w 1642071"/>
                <a:gd name="connsiteY2" fmla="*/ 825387 h 1143251"/>
                <a:gd name="connsiteX3" fmla="*/ 88 w 1642071"/>
                <a:gd name="connsiteY3" fmla="*/ 0 h 1143251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68558"/>
                <a:gd name="connsiteX1" fmla="*/ 372576 w 1642071"/>
                <a:gd name="connsiteY1" fmla="*/ 1137819 h 1168558"/>
                <a:gd name="connsiteX2" fmla="*/ 88 w 1642071"/>
                <a:gd name="connsiteY2" fmla="*/ 825387 h 1168558"/>
                <a:gd name="connsiteX3" fmla="*/ 88 w 1642071"/>
                <a:gd name="connsiteY3" fmla="*/ 0 h 1168558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54448"/>
                <a:gd name="connsiteX1" fmla="*/ 372576 w 1642071"/>
                <a:gd name="connsiteY1" fmla="*/ 1137819 h 1154448"/>
                <a:gd name="connsiteX2" fmla="*/ 88 w 1642071"/>
                <a:gd name="connsiteY2" fmla="*/ 825387 h 1154448"/>
                <a:gd name="connsiteX3" fmla="*/ 88 w 1642071"/>
                <a:gd name="connsiteY3" fmla="*/ 0 h 1154448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65430"/>
                <a:gd name="connsiteX1" fmla="*/ 372576 w 1642071"/>
                <a:gd name="connsiteY1" fmla="*/ 1137819 h 1165430"/>
                <a:gd name="connsiteX2" fmla="*/ 88 w 1642071"/>
                <a:gd name="connsiteY2" fmla="*/ 825387 h 1165430"/>
                <a:gd name="connsiteX3" fmla="*/ 88 w 1642071"/>
                <a:gd name="connsiteY3" fmla="*/ 0 h 1165430"/>
                <a:gd name="connsiteX0" fmla="*/ 1642071 w 1642071"/>
                <a:gd name="connsiteY0" fmla="*/ 1136901 h 1142857"/>
                <a:gd name="connsiteX1" fmla="*/ 372576 w 1642071"/>
                <a:gd name="connsiteY1" fmla="*/ 1137819 h 1142857"/>
                <a:gd name="connsiteX2" fmla="*/ 88 w 1642071"/>
                <a:gd name="connsiteY2" fmla="*/ 825387 h 1142857"/>
                <a:gd name="connsiteX3" fmla="*/ 88 w 1642071"/>
                <a:gd name="connsiteY3" fmla="*/ 0 h 1142857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41447"/>
                <a:gd name="connsiteX1" fmla="*/ 372576 w 1642071"/>
                <a:gd name="connsiteY1" fmla="*/ 1137819 h 1141447"/>
                <a:gd name="connsiteX2" fmla="*/ 88 w 1642071"/>
                <a:gd name="connsiteY2" fmla="*/ 825387 h 1141447"/>
                <a:gd name="connsiteX3" fmla="*/ 88 w 1642071"/>
                <a:gd name="connsiteY3" fmla="*/ 0 h 1141447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  <a:gd name="connsiteX0" fmla="*/ 2014725 w 2014725"/>
                <a:gd name="connsiteY0" fmla="*/ 1142779 h 1143697"/>
                <a:gd name="connsiteX1" fmla="*/ 1577009 w 2014725"/>
                <a:gd name="connsiteY1" fmla="*/ 1142293 h 1143697"/>
                <a:gd name="connsiteX2" fmla="*/ 745230 w 2014725"/>
                <a:gd name="connsiteY2" fmla="*/ 1143697 h 1143697"/>
                <a:gd name="connsiteX3" fmla="*/ 372742 w 2014725"/>
                <a:gd name="connsiteY3" fmla="*/ 831265 h 1143697"/>
                <a:gd name="connsiteX4" fmla="*/ 0 w 2014725"/>
                <a:gd name="connsiteY4" fmla="*/ 0 h 1143697"/>
                <a:gd name="connsiteX0" fmla="*/ 1760310 w 1760310"/>
                <a:gd name="connsiteY0" fmla="*/ 888198 h 889116"/>
                <a:gd name="connsiteX1" fmla="*/ 1322594 w 1760310"/>
                <a:gd name="connsiteY1" fmla="*/ 887712 h 889116"/>
                <a:gd name="connsiteX2" fmla="*/ 490815 w 1760310"/>
                <a:gd name="connsiteY2" fmla="*/ 889116 h 889116"/>
                <a:gd name="connsiteX3" fmla="*/ 118327 w 1760310"/>
                <a:gd name="connsiteY3" fmla="*/ 576684 h 889116"/>
                <a:gd name="connsiteX4" fmla="*/ 0 w 1760310"/>
                <a:gd name="connsiteY4" fmla="*/ 0 h 889116"/>
                <a:gd name="connsiteX0" fmla="*/ 1760310 w 1760310"/>
                <a:gd name="connsiteY0" fmla="*/ 888198 h 889116"/>
                <a:gd name="connsiteX1" fmla="*/ 1322594 w 1760310"/>
                <a:gd name="connsiteY1" fmla="*/ 887712 h 889116"/>
                <a:gd name="connsiteX2" fmla="*/ 490815 w 1760310"/>
                <a:gd name="connsiteY2" fmla="*/ 889116 h 889116"/>
                <a:gd name="connsiteX3" fmla="*/ 118327 w 1760310"/>
                <a:gd name="connsiteY3" fmla="*/ 576684 h 889116"/>
                <a:gd name="connsiteX4" fmla="*/ 0 w 1760310"/>
                <a:gd name="connsiteY4" fmla="*/ 0 h 889116"/>
                <a:gd name="connsiteX0" fmla="*/ 1760310 w 1760310"/>
                <a:gd name="connsiteY0" fmla="*/ 888198 h 889116"/>
                <a:gd name="connsiteX1" fmla="*/ 1322594 w 1760310"/>
                <a:gd name="connsiteY1" fmla="*/ 887712 h 889116"/>
                <a:gd name="connsiteX2" fmla="*/ 490815 w 1760310"/>
                <a:gd name="connsiteY2" fmla="*/ 889116 h 889116"/>
                <a:gd name="connsiteX3" fmla="*/ 118327 w 1760310"/>
                <a:gd name="connsiteY3" fmla="*/ 576684 h 889116"/>
                <a:gd name="connsiteX4" fmla="*/ 0 w 1760310"/>
                <a:gd name="connsiteY4" fmla="*/ 0 h 889116"/>
                <a:gd name="connsiteX0" fmla="*/ 1760310 w 1760310"/>
                <a:gd name="connsiteY0" fmla="*/ 888198 h 889116"/>
                <a:gd name="connsiteX1" fmla="*/ 1322594 w 1760310"/>
                <a:gd name="connsiteY1" fmla="*/ 887712 h 889116"/>
                <a:gd name="connsiteX2" fmla="*/ 490815 w 1760310"/>
                <a:gd name="connsiteY2" fmla="*/ 889116 h 889116"/>
                <a:gd name="connsiteX3" fmla="*/ 118327 w 1760310"/>
                <a:gd name="connsiteY3" fmla="*/ 576684 h 889116"/>
                <a:gd name="connsiteX4" fmla="*/ 0 w 1760310"/>
                <a:gd name="connsiteY4" fmla="*/ 0 h 889116"/>
                <a:gd name="connsiteX0" fmla="*/ 1760310 w 1760310"/>
                <a:gd name="connsiteY0" fmla="*/ 888198 h 889116"/>
                <a:gd name="connsiteX1" fmla="*/ 1322594 w 1760310"/>
                <a:gd name="connsiteY1" fmla="*/ 887712 h 889116"/>
                <a:gd name="connsiteX2" fmla="*/ 490815 w 1760310"/>
                <a:gd name="connsiteY2" fmla="*/ 889116 h 889116"/>
                <a:gd name="connsiteX3" fmla="*/ 118327 w 1760310"/>
                <a:gd name="connsiteY3" fmla="*/ 576684 h 889116"/>
                <a:gd name="connsiteX4" fmla="*/ 0 w 1760310"/>
                <a:gd name="connsiteY4" fmla="*/ 0 h 88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0310" h="889116">
                  <a:moveTo>
                    <a:pt x="1760310" y="888198"/>
                  </a:moveTo>
                  <a:lnTo>
                    <a:pt x="1322594" y="887712"/>
                  </a:lnTo>
                  <a:lnTo>
                    <a:pt x="490815" y="889116"/>
                  </a:lnTo>
                  <a:cubicBezTo>
                    <a:pt x="213947" y="880339"/>
                    <a:pt x="160989" y="735054"/>
                    <a:pt x="118327" y="576684"/>
                  </a:cubicBezTo>
                  <a:cubicBezTo>
                    <a:pt x="75665" y="418314"/>
                    <a:pt x="44033" y="271734"/>
                    <a:pt x="0" y="0"/>
                  </a:cubicBezTo>
                </a:path>
              </a:pathLst>
            </a:custGeom>
            <a:noFill/>
            <a:ln>
              <a:solidFill>
                <a:srgbClr val="2444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DB95D09F-3CB1-5B22-0033-52675AF4B3A8}"/>
                </a:ext>
              </a:extLst>
            </p:cNvPr>
            <p:cNvSpPr/>
            <p:nvPr/>
          </p:nvSpPr>
          <p:spPr>
            <a:xfrm flipH="1" flipV="1">
              <a:off x="6431530" y="1740207"/>
              <a:ext cx="2082839" cy="1620971"/>
            </a:xfrm>
            <a:custGeom>
              <a:avLst/>
              <a:gdLst>
                <a:gd name="connsiteX0" fmla="*/ 1666959 w 1666959"/>
                <a:gd name="connsiteY0" fmla="*/ 833479 h 833479"/>
                <a:gd name="connsiteX1" fmla="*/ 0 w 1666959"/>
                <a:gd name="connsiteY1" fmla="*/ 825387 h 833479"/>
                <a:gd name="connsiteX2" fmla="*/ 0 w 1666959"/>
                <a:gd name="connsiteY2" fmla="*/ 0 h 833479"/>
                <a:gd name="connsiteX0" fmla="*/ 1790437 w 1790437"/>
                <a:gd name="connsiteY0" fmla="*/ 833479 h 888665"/>
                <a:gd name="connsiteX1" fmla="*/ 123478 w 1790437"/>
                <a:gd name="connsiteY1" fmla="*/ 825387 h 888665"/>
                <a:gd name="connsiteX2" fmla="*/ 123478 w 1790437"/>
                <a:gd name="connsiteY2" fmla="*/ 0 h 888665"/>
                <a:gd name="connsiteX0" fmla="*/ 1690755 w 1690755"/>
                <a:gd name="connsiteY0" fmla="*/ 833479 h 929544"/>
                <a:gd name="connsiteX1" fmla="*/ 23796 w 1690755"/>
                <a:gd name="connsiteY1" fmla="*/ 825387 h 929544"/>
                <a:gd name="connsiteX2" fmla="*/ 23796 w 1690755"/>
                <a:gd name="connsiteY2" fmla="*/ 0 h 929544"/>
                <a:gd name="connsiteX0" fmla="*/ 1667751 w 1667751"/>
                <a:gd name="connsiteY0" fmla="*/ 833479 h 939766"/>
                <a:gd name="connsiteX1" fmla="*/ 792 w 1667751"/>
                <a:gd name="connsiteY1" fmla="*/ 825387 h 939766"/>
                <a:gd name="connsiteX2" fmla="*/ 792 w 1667751"/>
                <a:gd name="connsiteY2" fmla="*/ 0 h 939766"/>
                <a:gd name="connsiteX0" fmla="*/ 1784260 w 1784260"/>
                <a:gd name="connsiteY0" fmla="*/ 954249 h 955366"/>
                <a:gd name="connsiteX1" fmla="*/ 123052 w 1784260"/>
                <a:gd name="connsiteY1" fmla="*/ 825387 h 955366"/>
                <a:gd name="connsiteX2" fmla="*/ 123052 w 1784260"/>
                <a:gd name="connsiteY2" fmla="*/ 0 h 955366"/>
                <a:gd name="connsiteX0" fmla="*/ 1666686 w 1666686"/>
                <a:gd name="connsiteY0" fmla="*/ 954249 h 1130179"/>
                <a:gd name="connsiteX1" fmla="*/ 5478 w 1666686"/>
                <a:gd name="connsiteY1" fmla="*/ 825387 h 1130179"/>
                <a:gd name="connsiteX2" fmla="*/ 5478 w 1666686"/>
                <a:gd name="connsiteY2" fmla="*/ 0 h 1130179"/>
                <a:gd name="connsiteX0" fmla="*/ 1666686 w 1666686"/>
                <a:gd name="connsiteY0" fmla="*/ 954249 h 1171458"/>
                <a:gd name="connsiteX1" fmla="*/ 5478 w 1666686"/>
                <a:gd name="connsiteY1" fmla="*/ 825387 h 1171458"/>
                <a:gd name="connsiteX2" fmla="*/ 5478 w 1666686"/>
                <a:gd name="connsiteY2" fmla="*/ 0 h 1171458"/>
                <a:gd name="connsiteX0" fmla="*/ 1666686 w 1666686"/>
                <a:gd name="connsiteY0" fmla="*/ 954249 h 1214433"/>
                <a:gd name="connsiteX1" fmla="*/ 5478 w 1666686"/>
                <a:gd name="connsiteY1" fmla="*/ 825387 h 1214433"/>
                <a:gd name="connsiteX2" fmla="*/ 5478 w 1666686"/>
                <a:gd name="connsiteY2" fmla="*/ 0 h 1214433"/>
                <a:gd name="connsiteX0" fmla="*/ 1666686 w 1666686"/>
                <a:gd name="connsiteY0" fmla="*/ 954249 h 1155250"/>
                <a:gd name="connsiteX1" fmla="*/ 5478 w 1666686"/>
                <a:gd name="connsiteY1" fmla="*/ 825387 h 1155250"/>
                <a:gd name="connsiteX2" fmla="*/ 5478 w 1666686"/>
                <a:gd name="connsiteY2" fmla="*/ 0 h 1155250"/>
                <a:gd name="connsiteX0" fmla="*/ 1666686 w 1666686"/>
                <a:gd name="connsiteY0" fmla="*/ 954249 h 1139645"/>
                <a:gd name="connsiteX1" fmla="*/ 377966 w 1666686"/>
                <a:gd name="connsiteY1" fmla="*/ 1137819 h 1139645"/>
                <a:gd name="connsiteX2" fmla="*/ 5478 w 1666686"/>
                <a:gd name="connsiteY2" fmla="*/ 825387 h 1139645"/>
                <a:gd name="connsiteX3" fmla="*/ 5478 w 1666686"/>
                <a:gd name="connsiteY3" fmla="*/ 0 h 1139645"/>
                <a:gd name="connsiteX0" fmla="*/ 1666686 w 1666686"/>
                <a:gd name="connsiteY0" fmla="*/ 954249 h 1137819"/>
                <a:gd name="connsiteX1" fmla="*/ 377966 w 1666686"/>
                <a:gd name="connsiteY1" fmla="*/ 1137819 h 1137819"/>
                <a:gd name="connsiteX2" fmla="*/ 5478 w 1666686"/>
                <a:gd name="connsiteY2" fmla="*/ 825387 h 1137819"/>
                <a:gd name="connsiteX3" fmla="*/ 5478 w 1666686"/>
                <a:gd name="connsiteY3" fmla="*/ 0 h 1137819"/>
                <a:gd name="connsiteX0" fmla="*/ 1637932 w 1637932"/>
                <a:gd name="connsiteY0" fmla="*/ 1121026 h 1137819"/>
                <a:gd name="connsiteX1" fmla="*/ 377966 w 1637932"/>
                <a:gd name="connsiteY1" fmla="*/ 1137819 h 1137819"/>
                <a:gd name="connsiteX2" fmla="*/ 5478 w 1637932"/>
                <a:gd name="connsiteY2" fmla="*/ 825387 h 1137819"/>
                <a:gd name="connsiteX3" fmla="*/ 5478 w 1637932"/>
                <a:gd name="connsiteY3" fmla="*/ 0 h 1137819"/>
                <a:gd name="connsiteX0" fmla="*/ 1639598 w 1639598"/>
                <a:gd name="connsiteY0" fmla="*/ 1121026 h 1137819"/>
                <a:gd name="connsiteX1" fmla="*/ 379632 w 1639598"/>
                <a:gd name="connsiteY1" fmla="*/ 1137819 h 1137819"/>
                <a:gd name="connsiteX2" fmla="*/ 7144 w 1639598"/>
                <a:gd name="connsiteY2" fmla="*/ 825387 h 1137819"/>
                <a:gd name="connsiteX3" fmla="*/ 7144 w 1639598"/>
                <a:gd name="connsiteY3" fmla="*/ 0 h 1137819"/>
                <a:gd name="connsiteX0" fmla="*/ 1639598 w 1639598"/>
                <a:gd name="connsiteY0" fmla="*/ 1146426 h 1146426"/>
                <a:gd name="connsiteX1" fmla="*/ 379632 w 1639598"/>
                <a:gd name="connsiteY1" fmla="*/ 1137819 h 1146426"/>
                <a:gd name="connsiteX2" fmla="*/ 7144 w 1639598"/>
                <a:gd name="connsiteY2" fmla="*/ 825387 h 1146426"/>
                <a:gd name="connsiteX3" fmla="*/ 7144 w 1639598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519 w 1632519"/>
                <a:gd name="connsiteY0" fmla="*/ 1146426 h 1146426"/>
                <a:gd name="connsiteX1" fmla="*/ 372553 w 1632519"/>
                <a:gd name="connsiteY1" fmla="*/ 1137819 h 1146426"/>
                <a:gd name="connsiteX2" fmla="*/ 65 w 1632519"/>
                <a:gd name="connsiteY2" fmla="*/ 825387 h 1146426"/>
                <a:gd name="connsiteX3" fmla="*/ 65 w 1632519"/>
                <a:gd name="connsiteY3" fmla="*/ 0 h 1146426"/>
                <a:gd name="connsiteX0" fmla="*/ 1635364 w 1635364"/>
                <a:gd name="connsiteY0" fmla="*/ 1146426 h 1146426"/>
                <a:gd name="connsiteX1" fmla="*/ 375398 w 1635364"/>
                <a:gd name="connsiteY1" fmla="*/ 1137819 h 1146426"/>
                <a:gd name="connsiteX2" fmla="*/ 2910 w 1635364"/>
                <a:gd name="connsiteY2" fmla="*/ 825387 h 1146426"/>
                <a:gd name="connsiteX3" fmla="*/ 2910 w 1635364"/>
                <a:gd name="connsiteY3" fmla="*/ 0 h 1146426"/>
                <a:gd name="connsiteX0" fmla="*/ 1635364 w 1635364"/>
                <a:gd name="connsiteY0" fmla="*/ 1133726 h 1137819"/>
                <a:gd name="connsiteX1" fmla="*/ 375398 w 1635364"/>
                <a:gd name="connsiteY1" fmla="*/ 1137819 h 1137819"/>
                <a:gd name="connsiteX2" fmla="*/ 2910 w 1635364"/>
                <a:gd name="connsiteY2" fmla="*/ 825387 h 1137819"/>
                <a:gd name="connsiteX3" fmla="*/ 2910 w 1635364"/>
                <a:gd name="connsiteY3" fmla="*/ 0 h 1137819"/>
                <a:gd name="connsiteX0" fmla="*/ 1633022 w 1633022"/>
                <a:gd name="connsiteY0" fmla="*/ 1133726 h 1137819"/>
                <a:gd name="connsiteX1" fmla="*/ 373056 w 1633022"/>
                <a:gd name="connsiteY1" fmla="*/ 1137819 h 1137819"/>
                <a:gd name="connsiteX2" fmla="*/ 568 w 1633022"/>
                <a:gd name="connsiteY2" fmla="*/ 825387 h 1137819"/>
                <a:gd name="connsiteX3" fmla="*/ 568 w 1633022"/>
                <a:gd name="connsiteY3" fmla="*/ 0 h 1137819"/>
                <a:gd name="connsiteX0" fmla="*/ 1636776 w 1636776"/>
                <a:gd name="connsiteY0" fmla="*/ 1133726 h 1137819"/>
                <a:gd name="connsiteX1" fmla="*/ 376810 w 1636776"/>
                <a:gd name="connsiteY1" fmla="*/ 1137819 h 1137819"/>
                <a:gd name="connsiteX2" fmla="*/ 4322 w 1636776"/>
                <a:gd name="connsiteY2" fmla="*/ 825387 h 1137819"/>
                <a:gd name="connsiteX3" fmla="*/ 4322 w 1636776"/>
                <a:gd name="connsiteY3" fmla="*/ 0 h 1137819"/>
                <a:gd name="connsiteX0" fmla="*/ 1632716 w 1632716"/>
                <a:gd name="connsiteY0" fmla="*/ 1133726 h 1137819"/>
                <a:gd name="connsiteX1" fmla="*/ 372750 w 1632716"/>
                <a:gd name="connsiteY1" fmla="*/ 1137819 h 1137819"/>
                <a:gd name="connsiteX2" fmla="*/ 262 w 1632716"/>
                <a:gd name="connsiteY2" fmla="*/ 825387 h 1137819"/>
                <a:gd name="connsiteX3" fmla="*/ 262 w 1632716"/>
                <a:gd name="connsiteY3" fmla="*/ 0 h 1137819"/>
                <a:gd name="connsiteX0" fmla="*/ 1632542 w 1632542"/>
                <a:gd name="connsiteY0" fmla="*/ 1133726 h 1137819"/>
                <a:gd name="connsiteX1" fmla="*/ 372576 w 1632542"/>
                <a:gd name="connsiteY1" fmla="*/ 1137819 h 1137819"/>
                <a:gd name="connsiteX2" fmla="*/ 88 w 1632542"/>
                <a:gd name="connsiteY2" fmla="*/ 825387 h 1137819"/>
                <a:gd name="connsiteX3" fmla="*/ 88 w 1632542"/>
                <a:gd name="connsiteY3" fmla="*/ 0 h 1137819"/>
                <a:gd name="connsiteX0" fmla="*/ 1626188 w 1626188"/>
                <a:gd name="connsiteY0" fmla="*/ 1143251 h 1143251"/>
                <a:gd name="connsiteX1" fmla="*/ 372576 w 1626188"/>
                <a:gd name="connsiteY1" fmla="*/ 1137819 h 1143251"/>
                <a:gd name="connsiteX2" fmla="*/ 88 w 1626188"/>
                <a:gd name="connsiteY2" fmla="*/ 825387 h 1143251"/>
                <a:gd name="connsiteX3" fmla="*/ 88 w 1626188"/>
                <a:gd name="connsiteY3" fmla="*/ 0 h 1143251"/>
                <a:gd name="connsiteX0" fmla="*/ 1626188 w 1626188"/>
                <a:gd name="connsiteY0" fmla="*/ 1130551 h 1137819"/>
                <a:gd name="connsiteX1" fmla="*/ 372576 w 1626188"/>
                <a:gd name="connsiteY1" fmla="*/ 1137819 h 1137819"/>
                <a:gd name="connsiteX2" fmla="*/ 88 w 1626188"/>
                <a:gd name="connsiteY2" fmla="*/ 825387 h 1137819"/>
                <a:gd name="connsiteX3" fmla="*/ 88 w 1626188"/>
                <a:gd name="connsiteY3" fmla="*/ 0 h 1137819"/>
                <a:gd name="connsiteX0" fmla="*/ 1626188 w 1626188"/>
                <a:gd name="connsiteY0" fmla="*/ 1140076 h 1140076"/>
                <a:gd name="connsiteX1" fmla="*/ 372576 w 1626188"/>
                <a:gd name="connsiteY1" fmla="*/ 1137819 h 1140076"/>
                <a:gd name="connsiteX2" fmla="*/ 88 w 1626188"/>
                <a:gd name="connsiteY2" fmla="*/ 825387 h 1140076"/>
                <a:gd name="connsiteX3" fmla="*/ 88 w 1626188"/>
                <a:gd name="connsiteY3" fmla="*/ 0 h 1140076"/>
                <a:gd name="connsiteX0" fmla="*/ 1619834 w 1619834"/>
                <a:gd name="connsiteY0" fmla="*/ 1127376 h 1137819"/>
                <a:gd name="connsiteX1" fmla="*/ 372576 w 1619834"/>
                <a:gd name="connsiteY1" fmla="*/ 1137819 h 1137819"/>
                <a:gd name="connsiteX2" fmla="*/ 88 w 1619834"/>
                <a:gd name="connsiteY2" fmla="*/ 825387 h 1137819"/>
                <a:gd name="connsiteX3" fmla="*/ 88 w 1619834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43251 h 1143251"/>
                <a:gd name="connsiteX1" fmla="*/ 372576 w 1642071"/>
                <a:gd name="connsiteY1" fmla="*/ 1137819 h 1143251"/>
                <a:gd name="connsiteX2" fmla="*/ 88 w 1642071"/>
                <a:gd name="connsiteY2" fmla="*/ 825387 h 1143251"/>
                <a:gd name="connsiteX3" fmla="*/ 88 w 1642071"/>
                <a:gd name="connsiteY3" fmla="*/ 0 h 1143251"/>
                <a:gd name="connsiteX0" fmla="*/ 1642071 w 1642071"/>
                <a:gd name="connsiteY0" fmla="*/ 1143251 h 1143251"/>
                <a:gd name="connsiteX1" fmla="*/ 372576 w 1642071"/>
                <a:gd name="connsiteY1" fmla="*/ 1137819 h 1143251"/>
                <a:gd name="connsiteX2" fmla="*/ 88 w 1642071"/>
                <a:gd name="connsiteY2" fmla="*/ 825387 h 1143251"/>
                <a:gd name="connsiteX3" fmla="*/ 88 w 1642071"/>
                <a:gd name="connsiteY3" fmla="*/ 0 h 1143251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68558"/>
                <a:gd name="connsiteX1" fmla="*/ 372576 w 1642071"/>
                <a:gd name="connsiteY1" fmla="*/ 1137819 h 1168558"/>
                <a:gd name="connsiteX2" fmla="*/ 88 w 1642071"/>
                <a:gd name="connsiteY2" fmla="*/ 825387 h 1168558"/>
                <a:gd name="connsiteX3" fmla="*/ 88 w 1642071"/>
                <a:gd name="connsiteY3" fmla="*/ 0 h 1168558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54448"/>
                <a:gd name="connsiteX1" fmla="*/ 372576 w 1642071"/>
                <a:gd name="connsiteY1" fmla="*/ 1137819 h 1154448"/>
                <a:gd name="connsiteX2" fmla="*/ 88 w 1642071"/>
                <a:gd name="connsiteY2" fmla="*/ 825387 h 1154448"/>
                <a:gd name="connsiteX3" fmla="*/ 88 w 1642071"/>
                <a:gd name="connsiteY3" fmla="*/ 0 h 1154448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65430"/>
                <a:gd name="connsiteX1" fmla="*/ 372576 w 1642071"/>
                <a:gd name="connsiteY1" fmla="*/ 1137819 h 1165430"/>
                <a:gd name="connsiteX2" fmla="*/ 88 w 1642071"/>
                <a:gd name="connsiteY2" fmla="*/ 825387 h 1165430"/>
                <a:gd name="connsiteX3" fmla="*/ 88 w 1642071"/>
                <a:gd name="connsiteY3" fmla="*/ 0 h 1165430"/>
                <a:gd name="connsiteX0" fmla="*/ 1642071 w 1642071"/>
                <a:gd name="connsiteY0" fmla="*/ 1136901 h 1142857"/>
                <a:gd name="connsiteX1" fmla="*/ 372576 w 1642071"/>
                <a:gd name="connsiteY1" fmla="*/ 1137819 h 1142857"/>
                <a:gd name="connsiteX2" fmla="*/ 88 w 1642071"/>
                <a:gd name="connsiteY2" fmla="*/ 825387 h 1142857"/>
                <a:gd name="connsiteX3" fmla="*/ 88 w 1642071"/>
                <a:gd name="connsiteY3" fmla="*/ 0 h 1142857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41447"/>
                <a:gd name="connsiteX1" fmla="*/ 372576 w 1642071"/>
                <a:gd name="connsiteY1" fmla="*/ 1137819 h 1141447"/>
                <a:gd name="connsiteX2" fmla="*/ 88 w 1642071"/>
                <a:gd name="connsiteY2" fmla="*/ 825387 h 1141447"/>
                <a:gd name="connsiteX3" fmla="*/ 88 w 1642071"/>
                <a:gd name="connsiteY3" fmla="*/ 0 h 1141447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2071" h="1137819">
                  <a:moveTo>
                    <a:pt x="1642071" y="1136901"/>
                  </a:moveTo>
                  <a:lnTo>
                    <a:pt x="1204355" y="1136415"/>
                  </a:lnTo>
                  <a:lnTo>
                    <a:pt x="372576" y="1137819"/>
                  </a:lnTo>
                  <a:cubicBezTo>
                    <a:pt x="95708" y="1129042"/>
                    <a:pt x="284" y="1056059"/>
                    <a:pt x="88" y="825387"/>
                  </a:cubicBezTo>
                  <a:cubicBezTo>
                    <a:pt x="-108" y="594715"/>
                    <a:pt x="88" y="275129"/>
                    <a:pt x="88" y="0"/>
                  </a:cubicBezTo>
                </a:path>
              </a:pathLst>
            </a:custGeom>
            <a:noFill/>
            <a:ln>
              <a:solidFill>
                <a:srgbClr val="2444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C6B39E2A-1983-128F-4708-147F6A9D8729}"/>
                </a:ext>
              </a:extLst>
            </p:cNvPr>
            <p:cNvSpPr/>
            <p:nvPr/>
          </p:nvSpPr>
          <p:spPr>
            <a:xfrm flipH="1">
              <a:off x="7104388" y="2484918"/>
              <a:ext cx="1409981" cy="1602448"/>
            </a:xfrm>
            <a:custGeom>
              <a:avLst/>
              <a:gdLst>
                <a:gd name="connsiteX0" fmla="*/ 1666959 w 1666959"/>
                <a:gd name="connsiteY0" fmla="*/ 833479 h 833479"/>
                <a:gd name="connsiteX1" fmla="*/ 0 w 1666959"/>
                <a:gd name="connsiteY1" fmla="*/ 825387 h 833479"/>
                <a:gd name="connsiteX2" fmla="*/ 0 w 1666959"/>
                <a:gd name="connsiteY2" fmla="*/ 0 h 833479"/>
                <a:gd name="connsiteX0" fmla="*/ 1790437 w 1790437"/>
                <a:gd name="connsiteY0" fmla="*/ 833479 h 888665"/>
                <a:gd name="connsiteX1" fmla="*/ 123478 w 1790437"/>
                <a:gd name="connsiteY1" fmla="*/ 825387 h 888665"/>
                <a:gd name="connsiteX2" fmla="*/ 123478 w 1790437"/>
                <a:gd name="connsiteY2" fmla="*/ 0 h 888665"/>
                <a:gd name="connsiteX0" fmla="*/ 1690755 w 1690755"/>
                <a:gd name="connsiteY0" fmla="*/ 833479 h 929544"/>
                <a:gd name="connsiteX1" fmla="*/ 23796 w 1690755"/>
                <a:gd name="connsiteY1" fmla="*/ 825387 h 929544"/>
                <a:gd name="connsiteX2" fmla="*/ 23796 w 1690755"/>
                <a:gd name="connsiteY2" fmla="*/ 0 h 929544"/>
                <a:gd name="connsiteX0" fmla="*/ 1667751 w 1667751"/>
                <a:gd name="connsiteY0" fmla="*/ 833479 h 939766"/>
                <a:gd name="connsiteX1" fmla="*/ 792 w 1667751"/>
                <a:gd name="connsiteY1" fmla="*/ 825387 h 939766"/>
                <a:gd name="connsiteX2" fmla="*/ 792 w 1667751"/>
                <a:gd name="connsiteY2" fmla="*/ 0 h 939766"/>
                <a:gd name="connsiteX0" fmla="*/ 1784260 w 1784260"/>
                <a:gd name="connsiteY0" fmla="*/ 954249 h 955366"/>
                <a:gd name="connsiteX1" fmla="*/ 123052 w 1784260"/>
                <a:gd name="connsiteY1" fmla="*/ 825387 h 955366"/>
                <a:gd name="connsiteX2" fmla="*/ 123052 w 1784260"/>
                <a:gd name="connsiteY2" fmla="*/ 0 h 955366"/>
                <a:gd name="connsiteX0" fmla="*/ 1666686 w 1666686"/>
                <a:gd name="connsiteY0" fmla="*/ 954249 h 1130179"/>
                <a:gd name="connsiteX1" fmla="*/ 5478 w 1666686"/>
                <a:gd name="connsiteY1" fmla="*/ 825387 h 1130179"/>
                <a:gd name="connsiteX2" fmla="*/ 5478 w 1666686"/>
                <a:gd name="connsiteY2" fmla="*/ 0 h 1130179"/>
                <a:gd name="connsiteX0" fmla="*/ 1666686 w 1666686"/>
                <a:gd name="connsiteY0" fmla="*/ 954249 h 1171458"/>
                <a:gd name="connsiteX1" fmla="*/ 5478 w 1666686"/>
                <a:gd name="connsiteY1" fmla="*/ 825387 h 1171458"/>
                <a:gd name="connsiteX2" fmla="*/ 5478 w 1666686"/>
                <a:gd name="connsiteY2" fmla="*/ 0 h 1171458"/>
                <a:gd name="connsiteX0" fmla="*/ 1666686 w 1666686"/>
                <a:gd name="connsiteY0" fmla="*/ 954249 h 1214433"/>
                <a:gd name="connsiteX1" fmla="*/ 5478 w 1666686"/>
                <a:gd name="connsiteY1" fmla="*/ 825387 h 1214433"/>
                <a:gd name="connsiteX2" fmla="*/ 5478 w 1666686"/>
                <a:gd name="connsiteY2" fmla="*/ 0 h 1214433"/>
                <a:gd name="connsiteX0" fmla="*/ 1666686 w 1666686"/>
                <a:gd name="connsiteY0" fmla="*/ 954249 h 1155250"/>
                <a:gd name="connsiteX1" fmla="*/ 5478 w 1666686"/>
                <a:gd name="connsiteY1" fmla="*/ 825387 h 1155250"/>
                <a:gd name="connsiteX2" fmla="*/ 5478 w 1666686"/>
                <a:gd name="connsiteY2" fmla="*/ 0 h 1155250"/>
                <a:gd name="connsiteX0" fmla="*/ 1666686 w 1666686"/>
                <a:gd name="connsiteY0" fmla="*/ 954249 h 1139645"/>
                <a:gd name="connsiteX1" fmla="*/ 377966 w 1666686"/>
                <a:gd name="connsiteY1" fmla="*/ 1137819 h 1139645"/>
                <a:gd name="connsiteX2" fmla="*/ 5478 w 1666686"/>
                <a:gd name="connsiteY2" fmla="*/ 825387 h 1139645"/>
                <a:gd name="connsiteX3" fmla="*/ 5478 w 1666686"/>
                <a:gd name="connsiteY3" fmla="*/ 0 h 1139645"/>
                <a:gd name="connsiteX0" fmla="*/ 1666686 w 1666686"/>
                <a:gd name="connsiteY0" fmla="*/ 954249 h 1137819"/>
                <a:gd name="connsiteX1" fmla="*/ 377966 w 1666686"/>
                <a:gd name="connsiteY1" fmla="*/ 1137819 h 1137819"/>
                <a:gd name="connsiteX2" fmla="*/ 5478 w 1666686"/>
                <a:gd name="connsiteY2" fmla="*/ 825387 h 1137819"/>
                <a:gd name="connsiteX3" fmla="*/ 5478 w 1666686"/>
                <a:gd name="connsiteY3" fmla="*/ 0 h 1137819"/>
                <a:gd name="connsiteX0" fmla="*/ 1637932 w 1637932"/>
                <a:gd name="connsiteY0" fmla="*/ 1121026 h 1137819"/>
                <a:gd name="connsiteX1" fmla="*/ 377966 w 1637932"/>
                <a:gd name="connsiteY1" fmla="*/ 1137819 h 1137819"/>
                <a:gd name="connsiteX2" fmla="*/ 5478 w 1637932"/>
                <a:gd name="connsiteY2" fmla="*/ 825387 h 1137819"/>
                <a:gd name="connsiteX3" fmla="*/ 5478 w 1637932"/>
                <a:gd name="connsiteY3" fmla="*/ 0 h 1137819"/>
                <a:gd name="connsiteX0" fmla="*/ 1639598 w 1639598"/>
                <a:gd name="connsiteY0" fmla="*/ 1121026 h 1137819"/>
                <a:gd name="connsiteX1" fmla="*/ 379632 w 1639598"/>
                <a:gd name="connsiteY1" fmla="*/ 1137819 h 1137819"/>
                <a:gd name="connsiteX2" fmla="*/ 7144 w 1639598"/>
                <a:gd name="connsiteY2" fmla="*/ 825387 h 1137819"/>
                <a:gd name="connsiteX3" fmla="*/ 7144 w 1639598"/>
                <a:gd name="connsiteY3" fmla="*/ 0 h 1137819"/>
                <a:gd name="connsiteX0" fmla="*/ 1639598 w 1639598"/>
                <a:gd name="connsiteY0" fmla="*/ 1146426 h 1146426"/>
                <a:gd name="connsiteX1" fmla="*/ 379632 w 1639598"/>
                <a:gd name="connsiteY1" fmla="*/ 1137819 h 1146426"/>
                <a:gd name="connsiteX2" fmla="*/ 7144 w 1639598"/>
                <a:gd name="connsiteY2" fmla="*/ 825387 h 1146426"/>
                <a:gd name="connsiteX3" fmla="*/ 7144 w 1639598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519 w 1632519"/>
                <a:gd name="connsiteY0" fmla="*/ 1146426 h 1146426"/>
                <a:gd name="connsiteX1" fmla="*/ 372553 w 1632519"/>
                <a:gd name="connsiteY1" fmla="*/ 1137819 h 1146426"/>
                <a:gd name="connsiteX2" fmla="*/ 65 w 1632519"/>
                <a:gd name="connsiteY2" fmla="*/ 825387 h 1146426"/>
                <a:gd name="connsiteX3" fmla="*/ 65 w 1632519"/>
                <a:gd name="connsiteY3" fmla="*/ 0 h 1146426"/>
                <a:gd name="connsiteX0" fmla="*/ 1635364 w 1635364"/>
                <a:gd name="connsiteY0" fmla="*/ 1146426 h 1146426"/>
                <a:gd name="connsiteX1" fmla="*/ 375398 w 1635364"/>
                <a:gd name="connsiteY1" fmla="*/ 1137819 h 1146426"/>
                <a:gd name="connsiteX2" fmla="*/ 2910 w 1635364"/>
                <a:gd name="connsiteY2" fmla="*/ 825387 h 1146426"/>
                <a:gd name="connsiteX3" fmla="*/ 2910 w 1635364"/>
                <a:gd name="connsiteY3" fmla="*/ 0 h 1146426"/>
                <a:gd name="connsiteX0" fmla="*/ 1635364 w 1635364"/>
                <a:gd name="connsiteY0" fmla="*/ 1133726 h 1137819"/>
                <a:gd name="connsiteX1" fmla="*/ 375398 w 1635364"/>
                <a:gd name="connsiteY1" fmla="*/ 1137819 h 1137819"/>
                <a:gd name="connsiteX2" fmla="*/ 2910 w 1635364"/>
                <a:gd name="connsiteY2" fmla="*/ 825387 h 1137819"/>
                <a:gd name="connsiteX3" fmla="*/ 2910 w 1635364"/>
                <a:gd name="connsiteY3" fmla="*/ 0 h 1137819"/>
                <a:gd name="connsiteX0" fmla="*/ 1633022 w 1633022"/>
                <a:gd name="connsiteY0" fmla="*/ 1133726 h 1137819"/>
                <a:gd name="connsiteX1" fmla="*/ 373056 w 1633022"/>
                <a:gd name="connsiteY1" fmla="*/ 1137819 h 1137819"/>
                <a:gd name="connsiteX2" fmla="*/ 568 w 1633022"/>
                <a:gd name="connsiteY2" fmla="*/ 825387 h 1137819"/>
                <a:gd name="connsiteX3" fmla="*/ 568 w 1633022"/>
                <a:gd name="connsiteY3" fmla="*/ 0 h 1137819"/>
                <a:gd name="connsiteX0" fmla="*/ 1636776 w 1636776"/>
                <a:gd name="connsiteY0" fmla="*/ 1133726 h 1137819"/>
                <a:gd name="connsiteX1" fmla="*/ 376810 w 1636776"/>
                <a:gd name="connsiteY1" fmla="*/ 1137819 h 1137819"/>
                <a:gd name="connsiteX2" fmla="*/ 4322 w 1636776"/>
                <a:gd name="connsiteY2" fmla="*/ 825387 h 1137819"/>
                <a:gd name="connsiteX3" fmla="*/ 4322 w 1636776"/>
                <a:gd name="connsiteY3" fmla="*/ 0 h 1137819"/>
                <a:gd name="connsiteX0" fmla="*/ 1632716 w 1632716"/>
                <a:gd name="connsiteY0" fmla="*/ 1133726 h 1137819"/>
                <a:gd name="connsiteX1" fmla="*/ 372750 w 1632716"/>
                <a:gd name="connsiteY1" fmla="*/ 1137819 h 1137819"/>
                <a:gd name="connsiteX2" fmla="*/ 262 w 1632716"/>
                <a:gd name="connsiteY2" fmla="*/ 825387 h 1137819"/>
                <a:gd name="connsiteX3" fmla="*/ 262 w 1632716"/>
                <a:gd name="connsiteY3" fmla="*/ 0 h 1137819"/>
                <a:gd name="connsiteX0" fmla="*/ 1632542 w 1632542"/>
                <a:gd name="connsiteY0" fmla="*/ 1133726 h 1137819"/>
                <a:gd name="connsiteX1" fmla="*/ 372576 w 1632542"/>
                <a:gd name="connsiteY1" fmla="*/ 1137819 h 1137819"/>
                <a:gd name="connsiteX2" fmla="*/ 88 w 1632542"/>
                <a:gd name="connsiteY2" fmla="*/ 825387 h 1137819"/>
                <a:gd name="connsiteX3" fmla="*/ 88 w 1632542"/>
                <a:gd name="connsiteY3" fmla="*/ 0 h 1137819"/>
                <a:gd name="connsiteX0" fmla="*/ 1626188 w 1626188"/>
                <a:gd name="connsiteY0" fmla="*/ 1143251 h 1143251"/>
                <a:gd name="connsiteX1" fmla="*/ 372576 w 1626188"/>
                <a:gd name="connsiteY1" fmla="*/ 1137819 h 1143251"/>
                <a:gd name="connsiteX2" fmla="*/ 88 w 1626188"/>
                <a:gd name="connsiteY2" fmla="*/ 825387 h 1143251"/>
                <a:gd name="connsiteX3" fmla="*/ 88 w 1626188"/>
                <a:gd name="connsiteY3" fmla="*/ 0 h 1143251"/>
                <a:gd name="connsiteX0" fmla="*/ 1626188 w 1626188"/>
                <a:gd name="connsiteY0" fmla="*/ 1130551 h 1137819"/>
                <a:gd name="connsiteX1" fmla="*/ 372576 w 1626188"/>
                <a:gd name="connsiteY1" fmla="*/ 1137819 h 1137819"/>
                <a:gd name="connsiteX2" fmla="*/ 88 w 1626188"/>
                <a:gd name="connsiteY2" fmla="*/ 825387 h 1137819"/>
                <a:gd name="connsiteX3" fmla="*/ 88 w 1626188"/>
                <a:gd name="connsiteY3" fmla="*/ 0 h 1137819"/>
                <a:gd name="connsiteX0" fmla="*/ 1626188 w 1626188"/>
                <a:gd name="connsiteY0" fmla="*/ 1140076 h 1140076"/>
                <a:gd name="connsiteX1" fmla="*/ 372576 w 1626188"/>
                <a:gd name="connsiteY1" fmla="*/ 1137819 h 1140076"/>
                <a:gd name="connsiteX2" fmla="*/ 88 w 1626188"/>
                <a:gd name="connsiteY2" fmla="*/ 825387 h 1140076"/>
                <a:gd name="connsiteX3" fmla="*/ 88 w 1626188"/>
                <a:gd name="connsiteY3" fmla="*/ 0 h 1140076"/>
                <a:gd name="connsiteX0" fmla="*/ 1619834 w 1619834"/>
                <a:gd name="connsiteY0" fmla="*/ 1127376 h 1137819"/>
                <a:gd name="connsiteX1" fmla="*/ 372576 w 1619834"/>
                <a:gd name="connsiteY1" fmla="*/ 1137819 h 1137819"/>
                <a:gd name="connsiteX2" fmla="*/ 88 w 1619834"/>
                <a:gd name="connsiteY2" fmla="*/ 825387 h 1137819"/>
                <a:gd name="connsiteX3" fmla="*/ 88 w 1619834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43251 h 1143251"/>
                <a:gd name="connsiteX1" fmla="*/ 372576 w 1642071"/>
                <a:gd name="connsiteY1" fmla="*/ 1137819 h 1143251"/>
                <a:gd name="connsiteX2" fmla="*/ 88 w 1642071"/>
                <a:gd name="connsiteY2" fmla="*/ 825387 h 1143251"/>
                <a:gd name="connsiteX3" fmla="*/ 88 w 1642071"/>
                <a:gd name="connsiteY3" fmla="*/ 0 h 1143251"/>
                <a:gd name="connsiteX0" fmla="*/ 1642071 w 1642071"/>
                <a:gd name="connsiteY0" fmla="*/ 1143251 h 1143251"/>
                <a:gd name="connsiteX1" fmla="*/ 372576 w 1642071"/>
                <a:gd name="connsiteY1" fmla="*/ 1137819 h 1143251"/>
                <a:gd name="connsiteX2" fmla="*/ 88 w 1642071"/>
                <a:gd name="connsiteY2" fmla="*/ 825387 h 1143251"/>
                <a:gd name="connsiteX3" fmla="*/ 88 w 1642071"/>
                <a:gd name="connsiteY3" fmla="*/ 0 h 1143251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68558"/>
                <a:gd name="connsiteX1" fmla="*/ 372576 w 1642071"/>
                <a:gd name="connsiteY1" fmla="*/ 1137819 h 1168558"/>
                <a:gd name="connsiteX2" fmla="*/ 88 w 1642071"/>
                <a:gd name="connsiteY2" fmla="*/ 825387 h 1168558"/>
                <a:gd name="connsiteX3" fmla="*/ 88 w 1642071"/>
                <a:gd name="connsiteY3" fmla="*/ 0 h 1168558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54448"/>
                <a:gd name="connsiteX1" fmla="*/ 372576 w 1642071"/>
                <a:gd name="connsiteY1" fmla="*/ 1137819 h 1154448"/>
                <a:gd name="connsiteX2" fmla="*/ 88 w 1642071"/>
                <a:gd name="connsiteY2" fmla="*/ 825387 h 1154448"/>
                <a:gd name="connsiteX3" fmla="*/ 88 w 1642071"/>
                <a:gd name="connsiteY3" fmla="*/ 0 h 1154448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65430"/>
                <a:gd name="connsiteX1" fmla="*/ 372576 w 1642071"/>
                <a:gd name="connsiteY1" fmla="*/ 1137819 h 1165430"/>
                <a:gd name="connsiteX2" fmla="*/ 88 w 1642071"/>
                <a:gd name="connsiteY2" fmla="*/ 825387 h 1165430"/>
                <a:gd name="connsiteX3" fmla="*/ 88 w 1642071"/>
                <a:gd name="connsiteY3" fmla="*/ 0 h 1165430"/>
                <a:gd name="connsiteX0" fmla="*/ 1642071 w 1642071"/>
                <a:gd name="connsiteY0" fmla="*/ 1136901 h 1142857"/>
                <a:gd name="connsiteX1" fmla="*/ 372576 w 1642071"/>
                <a:gd name="connsiteY1" fmla="*/ 1137819 h 1142857"/>
                <a:gd name="connsiteX2" fmla="*/ 88 w 1642071"/>
                <a:gd name="connsiteY2" fmla="*/ 825387 h 1142857"/>
                <a:gd name="connsiteX3" fmla="*/ 88 w 1642071"/>
                <a:gd name="connsiteY3" fmla="*/ 0 h 1142857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41447"/>
                <a:gd name="connsiteX1" fmla="*/ 372576 w 1642071"/>
                <a:gd name="connsiteY1" fmla="*/ 1137819 h 1141447"/>
                <a:gd name="connsiteX2" fmla="*/ 88 w 1642071"/>
                <a:gd name="connsiteY2" fmla="*/ 825387 h 1141447"/>
                <a:gd name="connsiteX3" fmla="*/ 88 w 1642071"/>
                <a:gd name="connsiteY3" fmla="*/ 0 h 1141447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2071" h="1137819">
                  <a:moveTo>
                    <a:pt x="1642071" y="1136901"/>
                  </a:moveTo>
                  <a:lnTo>
                    <a:pt x="1204355" y="1136415"/>
                  </a:lnTo>
                  <a:lnTo>
                    <a:pt x="372576" y="1137819"/>
                  </a:lnTo>
                  <a:cubicBezTo>
                    <a:pt x="95708" y="1129042"/>
                    <a:pt x="284" y="1056059"/>
                    <a:pt x="88" y="825387"/>
                  </a:cubicBezTo>
                  <a:cubicBezTo>
                    <a:pt x="-108" y="594715"/>
                    <a:pt x="88" y="275129"/>
                    <a:pt x="88" y="0"/>
                  </a:cubicBezTo>
                </a:path>
              </a:pathLst>
            </a:custGeom>
            <a:noFill/>
            <a:ln>
              <a:solidFill>
                <a:srgbClr val="2444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B2824A2-2C87-BACC-B791-D9EBD709764C}"/>
                </a:ext>
              </a:extLst>
            </p:cNvPr>
            <p:cNvSpPr txBox="1"/>
            <p:nvPr/>
          </p:nvSpPr>
          <p:spPr>
            <a:xfrm>
              <a:off x="6711658" y="1961164"/>
              <a:ext cx="1072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>
                  <a:latin typeface="Outfit" pitchFamily="2" charset="0"/>
                </a:rPr>
                <a:t>Statistic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6BB0911-4E0B-7E25-438A-22FD5AEA151A}"/>
                </a:ext>
              </a:extLst>
            </p:cNvPr>
            <p:cNvSpPr txBox="1"/>
            <p:nvPr/>
          </p:nvSpPr>
          <p:spPr>
            <a:xfrm>
              <a:off x="6305556" y="2609850"/>
              <a:ext cx="202972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>
                  <a:latin typeface="Outfit" pitchFamily="2" charset="0"/>
                </a:rPr>
                <a:t>New Zealand (2024)</a:t>
              </a:r>
            </a:p>
            <a:p>
              <a:pPr algn="ctr"/>
              <a:r>
                <a:rPr lang="en-US" sz="1600">
                  <a:latin typeface="Outfit" pitchFamily="2" charset="0"/>
                </a:rPr>
                <a:t>348,000 </a:t>
              </a:r>
            </a:p>
            <a:p>
              <a:pPr algn="ctr"/>
              <a:r>
                <a:rPr lang="en-US" sz="1600">
                  <a:latin typeface="Outfit" pitchFamily="2" charset="0"/>
                </a:rPr>
                <a:t>Diabetic cases</a:t>
              </a: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7DDFBB23-C183-4432-8F2C-30B994AC14C6}"/>
                </a:ext>
              </a:extLst>
            </p:cNvPr>
            <p:cNvCxnSpPr>
              <a:cxnSpLocks/>
            </p:cNvCxnSpPr>
            <p:nvPr/>
          </p:nvCxnSpPr>
          <p:spPr>
            <a:xfrm>
              <a:off x="6433311" y="2480346"/>
              <a:ext cx="1625924" cy="8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3791E0-5271-4F54-1A61-DE4F336C99F0}"/>
              </a:ext>
            </a:extLst>
          </p:cNvPr>
          <p:cNvGrpSpPr/>
          <p:nvPr/>
        </p:nvGrpSpPr>
        <p:grpSpPr>
          <a:xfrm>
            <a:off x="3215828" y="1752266"/>
            <a:ext cx="2726161" cy="2335100"/>
            <a:chOff x="3215828" y="1752266"/>
            <a:chExt cx="2726161" cy="2335100"/>
          </a:xfrm>
        </p:grpSpPr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80A3F4BC-917F-5990-4405-A20968023A7D}"/>
                </a:ext>
              </a:extLst>
            </p:cNvPr>
            <p:cNvSpPr/>
            <p:nvPr/>
          </p:nvSpPr>
          <p:spPr>
            <a:xfrm>
              <a:off x="3215828" y="2988517"/>
              <a:ext cx="2243583" cy="1098849"/>
            </a:xfrm>
            <a:custGeom>
              <a:avLst/>
              <a:gdLst>
                <a:gd name="connsiteX0" fmla="*/ 1666959 w 1666959"/>
                <a:gd name="connsiteY0" fmla="*/ 833479 h 833479"/>
                <a:gd name="connsiteX1" fmla="*/ 0 w 1666959"/>
                <a:gd name="connsiteY1" fmla="*/ 825387 h 833479"/>
                <a:gd name="connsiteX2" fmla="*/ 0 w 1666959"/>
                <a:gd name="connsiteY2" fmla="*/ 0 h 833479"/>
                <a:gd name="connsiteX0" fmla="*/ 1790437 w 1790437"/>
                <a:gd name="connsiteY0" fmla="*/ 833479 h 888665"/>
                <a:gd name="connsiteX1" fmla="*/ 123478 w 1790437"/>
                <a:gd name="connsiteY1" fmla="*/ 825387 h 888665"/>
                <a:gd name="connsiteX2" fmla="*/ 123478 w 1790437"/>
                <a:gd name="connsiteY2" fmla="*/ 0 h 888665"/>
                <a:gd name="connsiteX0" fmla="*/ 1690755 w 1690755"/>
                <a:gd name="connsiteY0" fmla="*/ 833479 h 929544"/>
                <a:gd name="connsiteX1" fmla="*/ 23796 w 1690755"/>
                <a:gd name="connsiteY1" fmla="*/ 825387 h 929544"/>
                <a:gd name="connsiteX2" fmla="*/ 23796 w 1690755"/>
                <a:gd name="connsiteY2" fmla="*/ 0 h 929544"/>
                <a:gd name="connsiteX0" fmla="*/ 1667751 w 1667751"/>
                <a:gd name="connsiteY0" fmla="*/ 833479 h 939766"/>
                <a:gd name="connsiteX1" fmla="*/ 792 w 1667751"/>
                <a:gd name="connsiteY1" fmla="*/ 825387 h 939766"/>
                <a:gd name="connsiteX2" fmla="*/ 792 w 1667751"/>
                <a:gd name="connsiteY2" fmla="*/ 0 h 939766"/>
                <a:gd name="connsiteX0" fmla="*/ 1784260 w 1784260"/>
                <a:gd name="connsiteY0" fmla="*/ 954249 h 955366"/>
                <a:gd name="connsiteX1" fmla="*/ 123052 w 1784260"/>
                <a:gd name="connsiteY1" fmla="*/ 825387 h 955366"/>
                <a:gd name="connsiteX2" fmla="*/ 123052 w 1784260"/>
                <a:gd name="connsiteY2" fmla="*/ 0 h 955366"/>
                <a:gd name="connsiteX0" fmla="*/ 1666686 w 1666686"/>
                <a:gd name="connsiteY0" fmla="*/ 954249 h 1130179"/>
                <a:gd name="connsiteX1" fmla="*/ 5478 w 1666686"/>
                <a:gd name="connsiteY1" fmla="*/ 825387 h 1130179"/>
                <a:gd name="connsiteX2" fmla="*/ 5478 w 1666686"/>
                <a:gd name="connsiteY2" fmla="*/ 0 h 1130179"/>
                <a:gd name="connsiteX0" fmla="*/ 1666686 w 1666686"/>
                <a:gd name="connsiteY0" fmla="*/ 954249 h 1171458"/>
                <a:gd name="connsiteX1" fmla="*/ 5478 w 1666686"/>
                <a:gd name="connsiteY1" fmla="*/ 825387 h 1171458"/>
                <a:gd name="connsiteX2" fmla="*/ 5478 w 1666686"/>
                <a:gd name="connsiteY2" fmla="*/ 0 h 1171458"/>
                <a:gd name="connsiteX0" fmla="*/ 1666686 w 1666686"/>
                <a:gd name="connsiteY0" fmla="*/ 954249 h 1214433"/>
                <a:gd name="connsiteX1" fmla="*/ 5478 w 1666686"/>
                <a:gd name="connsiteY1" fmla="*/ 825387 h 1214433"/>
                <a:gd name="connsiteX2" fmla="*/ 5478 w 1666686"/>
                <a:gd name="connsiteY2" fmla="*/ 0 h 1214433"/>
                <a:gd name="connsiteX0" fmla="*/ 1666686 w 1666686"/>
                <a:gd name="connsiteY0" fmla="*/ 954249 h 1155250"/>
                <a:gd name="connsiteX1" fmla="*/ 5478 w 1666686"/>
                <a:gd name="connsiteY1" fmla="*/ 825387 h 1155250"/>
                <a:gd name="connsiteX2" fmla="*/ 5478 w 1666686"/>
                <a:gd name="connsiteY2" fmla="*/ 0 h 1155250"/>
                <a:gd name="connsiteX0" fmla="*/ 1666686 w 1666686"/>
                <a:gd name="connsiteY0" fmla="*/ 954249 h 1139645"/>
                <a:gd name="connsiteX1" fmla="*/ 377966 w 1666686"/>
                <a:gd name="connsiteY1" fmla="*/ 1137819 h 1139645"/>
                <a:gd name="connsiteX2" fmla="*/ 5478 w 1666686"/>
                <a:gd name="connsiteY2" fmla="*/ 825387 h 1139645"/>
                <a:gd name="connsiteX3" fmla="*/ 5478 w 1666686"/>
                <a:gd name="connsiteY3" fmla="*/ 0 h 1139645"/>
                <a:gd name="connsiteX0" fmla="*/ 1666686 w 1666686"/>
                <a:gd name="connsiteY0" fmla="*/ 954249 h 1137819"/>
                <a:gd name="connsiteX1" fmla="*/ 377966 w 1666686"/>
                <a:gd name="connsiteY1" fmla="*/ 1137819 h 1137819"/>
                <a:gd name="connsiteX2" fmla="*/ 5478 w 1666686"/>
                <a:gd name="connsiteY2" fmla="*/ 825387 h 1137819"/>
                <a:gd name="connsiteX3" fmla="*/ 5478 w 1666686"/>
                <a:gd name="connsiteY3" fmla="*/ 0 h 1137819"/>
                <a:gd name="connsiteX0" fmla="*/ 1637932 w 1637932"/>
                <a:gd name="connsiteY0" fmla="*/ 1121026 h 1137819"/>
                <a:gd name="connsiteX1" fmla="*/ 377966 w 1637932"/>
                <a:gd name="connsiteY1" fmla="*/ 1137819 h 1137819"/>
                <a:gd name="connsiteX2" fmla="*/ 5478 w 1637932"/>
                <a:gd name="connsiteY2" fmla="*/ 825387 h 1137819"/>
                <a:gd name="connsiteX3" fmla="*/ 5478 w 1637932"/>
                <a:gd name="connsiteY3" fmla="*/ 0 h 1137819"/>
                <a:gd name="connsiteX0" fmla="*/ 1639598 w 1639598"/>
                <a:gd name="connsiteY0" fmla="*/ 1121026 h 1137819"/>
                <a:gd name="connsiteX1" fmla="*/ 379632 w 1639598"/>
                <a:gd name="connsiteY1" fmla="*/ 1137819 h 1137819"/>
                <a:gd name="connsiteX2" fmla="*/ 7144 w 1639598"/>
                <a:gd name="connsiteY2" fmla="*/ 825387 h 1137819"/>
                <a:gd name="connsiteX3" fmla="*/ 7144 w 1639598"/>
                <a:gd name="connsiteY3" fmla="*/ 0 h 1137819"/>
                <a:gd name="connsiteX0" fmla="*/ 1639598 w 1639598"/>
                <a:gd name="connsiteY0" fmla="*/ 1146426 h 1146426"/>
                <a:gd name="connsiteX1" fmla="*/ 379632 w 1639598"/>
                <a:gd name="connsiteY1" fmla="*/ 1137819 h 1146426"/>
                <a:gd name="connsiteX2" fmla="*/ 7144 w 1639598"/>
                <a:gd name="connsiteY2" fmla="*/ 825387 h 1146426"/>
                <a:gd name="connsiteX3" fmla="*/ 7144 w 1639598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519 w 1632519"/>
                <a:gd name="connsiteY0" fmla="*/ 1146426 h 1146426"/>
                <a:gd name="connsiteX1" fmla="*/ 372553 w 1632519"/>
                <a:gd name="connsiteY1" fmla="*/ 1137819 h 1146426"/>
                <a:gd name="connsiteX2" fmla="*/ 65 w 1632519"/>
                <a:gd name="connsiteY2" fmla="*/ 825387 h 1146426"/>
                <a:gd name="connsiteX3" fmla="*/ 65 w 1632519"/>
                <a:gd name="connsiteY3" fmla="*/ 0 h 1146426"/>
                <a:gd name="connsiteX0" fmla="*/ 1635364 w 1635364"/>
                <a:gd name="connsiteY0" fmla="*/ 1146426 h 1146426"/>
                <a:gd name="connsiteX1" fmla="*/ 375398 w 1635364"/>
                <a:gd name="connsiteY1" fmla="*/ 1137819 h 1146426"/>
                <a:gd name="connsiteX2" fmla="*/ 2910 w 1635364"/>
                <a:gd name="connsiteY2" fmla="*/ 825387 h 1146426"/>
                <a:gd name="connsiteX3" fmla="*/ 2910 w 1635364"/>
                <a:gd name="connsiteY3" fmla="*/ 0 h 1146426"/>
                <a:gd name="connsiteX0" fmla="*/ 1635364 w 1635364"/>
                <a:gd name="connsiteY0" fmla="*/ 1133726 h 1137819"/>
                <a:gd name="connsiteX1" fmla="*/ 375398 w 1635364"/>
                <a:gd name="connsiteY1" fmla="*/ 1137819 h 1137819"/>
                <a:gd name="connsiteX2" fmla="*/ 2910 w 1635364"/>
                <a:gd name="connsiteY2" fmla="*/ 825387 h 1137819"/>
                <a:gd name="connsiteX3" fmla="*/ 2910 w 1635364"/>
                <a:gd name="connsiteY3" fmla="*/ 0 h 1137819"/>
                <a:gd name="connsiteX0" fmla="*/ 1633022 w 1633022"/>
                <a:gd name="connsiteY0" fmla="*/ 1133726 h 1137819"/>
                <a:gd name="connsiteX1" fmla="*/ 373056 w 1633022"/>
                <a:gd name="connsiteY1" fmla="*/ 1137819 h 1137819"/>
                <a:gd name="connsiteX2" fmla="*/ 568 w 1633022"/>
                <a:gd name="connsiteY2" fmla="*/ 825387 h 1137819"/>
                <a:gd name="connsiteX3" fmla="*/ 568 w 1633022"/>
                <a:gd name="connsiteY3" fmla="*/ 0 h 1137819"/>
                <a:gd name="connsiteX0" fmla="*/ 1636776 w 1636776"/>
                <a:gd name="connsiteY0" fmla="*/ 1133726 h 1137819"/>
                <a:gd name="connsiteX1" fmla="*/ 376810 w 1636776"/>
                <a:gd name="connsiteY1" fmla="*/ 1137819 h 1137819"/>
                <a:gd name="connsiteX2" fmla="*/ 4322 w 1636776"/>
                <a:gd name="connsiteY2" fmla="*/ 825387 h 1137819"/>
                <a:gd name="connsiteX3" fmla="*/ 4322 w 1636776"/>
                <a:gd name="connsiteY3" fmla="*/ 0 h 1137819"/>
                <a:gd name="connsiteX0" fmla="*/ 1632716 w 1632716"/>
                <a:gd name="connsiteY0" fmla="*/ 1133726 h 1137819"/>
                <a:gd name="connsiteX1" fmla="*/ 372750 w 1632716"/>
                <a:gd name="connsiteY1" fmla="*/ 1137819 h 1137819"/>
                <a:gd name="connsiteX2" fmla="*/ 262 w 1632716"/>
                <a:gd name="connsiteY2" fmla="*/ 825387 h 1137819"/>
                <a:gd name="connsiteX3" fmla="*/ 262 w 1632716"/>
                <a:gd name="connsiteY3" fmla="*/ 0 h 1137819"/>
                <a:gd name="connsiteX0" fmla="*/ 1632542 w 1632542"/>
                <a:gd name="connsiteY0" fmla="*/ 1133726 h 1137819"/>
                <a:gd name="connsiteX1" fmla="*/ 372576 w 1632542"/>
                <a:gd name="connsiteY1" fmla="*/ 1137819 h 1137819"/>
                <a:gd name="connsiteX2" fmla="*/ 88 w 1632542"/>
                <a:gd name="connsiteY2" fmla="*/ 825387 h 1137819"/>
                <a:gd name="connsiteX3" fmla="*/ 88 w 1632542"/>
                <a:gd name="connsiteY3" fmla="*/ 0 h 1137819"/>
                <a:gd name="connsiteX0" fmla="*/ 1626188 w 1626188"/>
                <a:gd name="connsiteY0" fmla="*/ 1143251 h 1143251"/>
                <a:gd name="connsiteX1" fmla="*/ 372576 w 1626188"/>
                <a:gd name="connsiteY1" fmla="*/ 1137819 h 1143251"/>
                <a:gd name="connsiteX2" fmla="*/ 88 w 1626188"/>
                <a:gd name="connsiteY2" fmla="*/ 825387 h 1143251"/>
                <a:gd name="connsiteX3" fmla="*/ 88 w 1626188"/>
                <a:gd name="connsiteY3" fmla="*/ 0 h 1143251"/>
                <a:gd name="connsiteX0" fmla="*/ 1626188 w 1626188"/>
                <a:gd name="connsiteY0" fmla="*/ 1130551 h 1137819"/>
                <a:gd name="connsiteX1" fmla="*/ 372576 w 1626188"/>
                <a:gd name="connsiteY1" fmla="*/ 1137819 h 1137819"/>
                <a:gd name="connsiteX2" fmla="*/ 88 w 1626188"/>
                <a:gd name="connsiteY2" fmla="*/ 825387 h 1137819"/>
                <a:gd name="connsiteX3" fmla="*/ 88 w 1626188"/>
                <a:gd name="connsiteY3" fmla="*/ 0 h 1137819"/>
                <a:gd name="connsiteX0" fmla="*/ 1626188 w 1626188"/>
                <a:gd name="connsiteY0" fmla="*/ 1140076 h 1140076"/>
                <a:gd name="connsiteX1" fmla="*/ 372576 w 1626188"/>
                <a:gd name="connsiteY1" fmla="*/ 1137819 h 1140076"/>
                <a:gd name="connsiteX2" fmla="*/ 88 w 1626188"/>
                <a:gd name="connsiteY2" fmla="*/ 825387 h 1140076"/>
                <a:gd name="connsiteX3" fmla="*/ 88 w 1626188"/>
                <a:gd name="connsiteY3" fmla="*/ 0 h 1140076"/>
                <a:gd name="connsiteX0" fmla="*/ 1619834 w 1619834"/>
                <a:gd name="connsiteY0" fmla="*/ 1127376 h 1137819"/>
                <a:gd name="connsiteX1" fmla="*/ 372576 w 1619834"/>
                <a:gd name="connsiteY1" fmla="*/ 1137819 h 1137819"/>
                <a:gd name="connsiteX2" fmla="*/ 88 w 1619834"/>
                <a:gd name="connsiteY2" fmla="*/ 825387 h 1137819"/>
                <a:gd name="connsiteX3" fmla="*/ 88 w 1619834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43251 h 1143251"/>
                <a:gd name="connsiteX1" fmla="*/ 372576 w 1642071"/>
                <a:gd name="connsiteY1" fmla="*/ 1137819 h 1143251"/>
                <a:gd name="connsiteX2" fmla="*/ 88 w 1642071"/>
                <a:gd name="connsiteY2" fmla="*/ 825387 h 1143251"/>
                <a:gd name="connsiteX3" fmla="*/ 88 w 1642071"/>
                <a:gd name="connsiteY3" fmla="*/ 0 h 1143251"/>
                <a:gd name="connsiteX0" fmla="*/ 1642071 w 1642071"/>
                <a:gd name="connsiteY0" fmla="*/ 1143251 h 1143251"/>
                <a:gd name="connsiteX1" fmla="*/ 372576 w 1642071"/>
                <a:gd name="connsiteY1" fmla="*/ 1137819 h 1143251"/>
                <a:gd name="connsiteX2" fmla="*/ 88 w 1642071"/>
                <a:gd name="connsiteY2" fmla="*/ 825387 h 1143251"/>
                <a:gd name="connsiteX3" fmla="*/ 88 w 1642071"/>
                <a:gd name="connsiteY3" fmla="*/ 0 h 1143251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68558"/>
                <a:gd name="connsiteX1" fmla="*/ 372576 w 1642071"/>
                <a:gd name="connsiteY1" fmla="*/ 1137819 h 1168558"/>
                <a:gd name="connsiteX2" fmla="*/ 88 w 1642071"/>
                <a:gd name="connsiteY2" fmla="*/ 825387 h 1168558"/>
                <a:gd name="connsiteX3" fmla="*/ 88 w 1642071"/>
                <a:gd name="connsiteY3" fmla="*/ 0 h 1168558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54448"/>
                <a:gd name="connsiteX1" fmla="*/ 372576 w 1642071"/>
                <a:gd name="connsiteY1" fmla="*/ 1137819 h 1154448"/>
                <a:gd name="connsiteX2" fmla="*/ 88 w 1642071"/>
                <a:gd name="connsiteY2" fmla="*/ 825387 h 1154448"/>
                <a:gd name="connsiteX3" fmla="*/ 88 w 1642071"/>
                <a:gd name="connsiteY3" fmla="*/ 0 h 1154448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65430"/>
                <a:gd name="connsiteX1" fmla="*/ 372576 w 1642071"/>
                <a:gd name="connsiteY1" fmla="*/ 1137819 h 1165430"/>
                <a:gd name="connsiteX2" fmla="*/ 88 w 1642071"/>
                <a:gd name="connsiteY2" fmla="*/ 825387 h 1165430"/>
                <a:gd name="connsiteX3" fmla="*/ 88 w 1642071"/>
                <a:gd name="connsiteY3" fmla="*/ 0 h 1165430"/>
                <a:gd name="connsiteX0" fmla="*/ 1642071 w 1642071"/>
                <a:gd name="connsiteY0" fmla="*/ 1136901 h 1142857"/>
                <a:gd name="connsiteX1" fmla="*/ 372576 w 1642071"/>
                <a:gd name="connsiteY1" fmla="*/ 1137819 h 1142857"/>
                <a:gd name="connsiteX2" fmla="*/ 88 w 1642071"/>
                <a:gd name="connsiteY2" fmla="*/ 825387 h 1142857"/>
                <a:gd name="connsiteX3" fmla="*/ 88 w 1642071"/>
                <a:gd name="connsiteY3" fmla="*/ 0 h 1142857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41447"/>
                <a:gd name="connsiteX1" fmla="*/ 372576 w 1642071"/>
                <a:gd name="connsiteY1" fmla="*/ 1137819 h 1141447"/>
                <a:gd name="connsiteX2" fmla="*/ 88 w 1642071"/>
                <a:gd name="connsiteY2" fmla="*/ 825387 h 1141447"/>
                <a:gd name="connsiteX3" fmla="*/ 88 w 1642071"/>
                <a:gd name="connsiteY3" fmla="*/ 0 h 1141447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  <a:gd name="connsiteX0" fmla="*/ 2014725 w 2014725"/>
                <a:gd name="connsiteY0" fmla="*/ 1142779 h 1143697"/>
                <a:gd name="connsiteX1" fmla="*/ 1577009 w 2014725"/>
                <a:gd name="connsiteY1" fmla="*/ 1142293 h 1143697"/>
                <a:gd name="connsiteX2" fmla="*/ 745230 w 2014725"/>
                <a:gd name="connsiteY2" fmla="*/ 1143697 h 1143697"/>
                <a:gd name="connsiteX3" fmla="*/ 372742 w 2014725"/>
                <a:gd name="connsiteY3" fmla="*/ 831265 h 1143697"/>
                <a:gd name="connsiteX4" fmla="*/ 0 w 2014725"/>
                <a:gd name="connsiteY4" fmla="*/ 0 h 1143697"/>
                <a:gd name="connsiteX0" fmla="*/ 1760310 w 1760310"/>
                <a:gd name="connsiteY0" fmla="*/ 888198 h 889116"/>
                <a:gd name="connsiteX1" fmla="*/ 1322594 w 1760310"/>
                <a:gd name="connsiteY1" fmla="*/ 887712 h 889116"/>
                <a:gd name="connsiteX2" fmla="*/ 490815 w 1760310"/>
                <a:gd name="connsiteY2" fmla="*/ 889116 h 889116"/>
                <a:gd name="connsiteX3" fmla="*/ 118327 w 1760310"/>
                <a:gd name="connsiteY3" fmla="*/ 576684 h 889116"/>
                <a:gd name="connsiteX4" fmla="*/ 0 w 1760310"/>
                <a:gd name="connsiteY4" fmla="*/ 0 h 889116"/>
                <a:gd name="connsiteX0" fmla="*/ 1760310 w 1760310"/>
                <a:gd name="connsiteY0" fmla="*/ 888198 h 889116"/>
                <a:gd name="connsiteX1" fmla="*/ 1322594 w 1760310"/>
                <a:gd name="connsiteY1" fmla="*/ 887712 h 889116"/>
                <a:gd name="connsiteX2" fmla="*/ 490815 w 1760310"/>
                <a:gd name="connsiteY2" fmla="*/ 889116 h 889116"/>
                <a:gd name="connsiteX3" fmla="*/ 118327 w 1760310"/>
                <a:gd name="connsiteY3" fmla="*/ 576684 h 889116"/>
                <a:gd name="connsiteX4" fmla="*/ 0 w 1760310"/>
                <a:gd name="connsiteY4" fmla="*/ 0 h 889116"/>
                <a:gd name="connsiteX0" fmla="*/ 1760310 w 1760310"/>
                <a:gd name="connsiteY0" fmla="*/ 888198 h 889116"/>
                <a:gd name="connsiteX1" fmla="*/ 1322594 w 1760310"/>
                <a:gd name="connsiteY1" fmla="*/ 887712 h 889116"/>
                <a:gd name="connsiteX2" fmla="*/ 490815 w 1760310"/>
                <a:gd name="connsiteY2" fmla="*/ 889116 h 889116"/>
                <a:gd name="connsiteX3" fmla="*/ 118327 w 1760310"/>
                <a:gd name="connsiteY3" fmla="*/ 576684 h 889116"/>
                <a:gd name="connsiteX4" fmla="*/ 0 w 1760310"/>
                <a:gd name="connsiteY4" fmla="*/ 0 h 889116"/>
                <a:gd name="connsiteX0" fmla="*/ 1760310 w 1760310"/>
                <a:gd name="connsiteY0" fmla="*/ 888198 h 889116"/>
                <a:gd name="connsiteX1" fmla="*/ 1322594 w 1760310"/>
                <a:gd name="connsiteY1" fmla="*/ 887712 h 889116"/>
                <a:gd name="connsiteX2" fmla="*/ 490815 w 1760310"/>
                <a:gd name="connsiteY2" fmla="*/ 889116 h 889116"/>
                <a:gd name="connsiteX3" fmla="*/ 118327 w 1760310"/>
                <a:gd name="connsiteY3" fmla="*/ 576684 h 889116"/>
                <a:gd name="connsiteX4" fmla="*/ 0 w 1760310"/>
                <a:gd name="connsiteY4" fmla="*/ 0 h 889116"/>
                <a:gd name="connsiteX0" fmla="*/ 1760310 w 1760310"/>
                <a:gd name="connsiteY0" fmla="*/ 888198 h 889116"/>
                <a:gd name="connsiteX1" fmla="*/ 1322594 w 1760310"/>
                <a:gd name="connsiteY1" fmla="*/ 887712 h 889116"/>
                <a:gd name="connsiteX2" fmla="*/ 490815 w 1760310"/>
                <a:gd name="connsiteY2" fmla="*/ 889116 h 889116"/>
                <a:gd name="connsiteX3" fmla="*/ 118327 w 1760310"/>
                <a:gd name="connsiteY3" fmla="*/ 576684 h 889116"/>
                <a:gd name="connsiteX4" fmla="*/ 0 w 1760310"/>
                <a:gd name="connsiteY4" fmla="*/ 0 h 889116"/>
                <a:gd name="connsiteX0" fmla="*/ 1750780 w 1750780"/>
                <a:gd name="connsiteY0" fmla="*/ 862244 h 863162"/>
                <a:gd name="connsiteX1" fmla="*/ 1313064 w 1750780"/>
                <a:gd name="connsiteY1" fmla="*/ 861758 h 863162"/>
                <a:gd name="connsiteX2" fmla="*/ 481285 w 1750780"/>
                <a:gd name="connsiteY2" fmla="*/ 863162 h 863162"/>
                <a:gd name="connsiteX3" fmla="*/ 108797 w 1750780"/>
                <a:gd name="connsiteY3" fmla="*/ 550730 h 863162"/>
                <a:gd name="connsiteX4" fmla="*/ 0 w 1750780"/>
                <a:gd name="connsiteY4" fmla="*/ 0 h 863162"/>
                <a:gd name="connsiteX0" fmla="*/ 1750780 w 1750780"/>
                <a:gd name="connsiteY0" fmla="*/ 862244 h 863162"/>
                <a:gd name="connsiteX1" fmla="*/ 1313064 w 1750780"/>
                <a:gd name="connsiteY1" fmla="*/ 861758 h 863162"/>
                <a:gd name="connsiteX2" fmla="*/ 481285 w 1750780"/>
                <a:gd name="connsiteY2" fmla="*/ 863162 h 863162"/>
                <a:gd name="connsiteX3" fmla="*/ 108797 w 1750780"/>
                <a:gd name="connsiteY3" fmla="*/ 550730 h 863162"/>
                <a:gd name="connsiteX4" fmla="*/ 0 w 1750780"/>
                <a:gd name="connsiteY4" fmla="*/ 0 h 86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0780" h="863162">
                  <a:moveTo>
                    <a:pt x="1750780" y="862244"/>
                  </a:moveTo>
                  <a:lnTo>
                    <a:pt x="1313064" y="861758"/>
                  </a:lnTo>
                  <a:lnTo>
                    <a:pt x="481285" y="863162"/>
                  </a:lnTo>
                  <a:cubicBezTo>
                    <a:pt x="204417" y="854385"/>
                    <a:pt x="150890" y="720544"/>
                    <a:pt x="108797" y="550730"/>
                  </a:cubicBezTo>
                  <a:cubicBezTo>
                    <a:pt x="66704" y="380916"/>
                    <a:pt x="44033" y="271734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F0640B27-11E7-ADCD-1D42-8E717212D5CF}"/>
                </a:ext>
              </a:extLst>
            </p:cNvPr>
            <p:cNvSpPr/>
            <p:nvPr/>
          </p:nvSpPr>
          <p:spPr>
            <a:xfrm flipH="1" flipV="1">
              <a:off x="3683421" y="1752266"/>
              <a:ext cx="2258568" cy="945480"/>
            </a:xfrm>
            <a:custGeom>
              <a:avLst/>
              <a:gdLst>
                <a:gd name="connsiteX0" fmla="*/ 1666959 w 1666959"/>
                <a:gd name="connsiteY0" fmla="*/ 833479 h 833479"/>
                <a:gd name="connsiteX1" fmla="*/ 0 w 1666959"/>
                <a:gd name="connsiteY1" fmla="*/ 825387 h 833479"/>
                <a:gd name="connsiteX2" fmla="*/ 0 w 1666959"/>
                <a:gd name="connsiteY2" fmla="*/ 0 h 833479"/>
                <a:gd name="connsiteX0" fmla="*/ 1790437 w 1790437"/>
                <a:gd name="connsiteY0" fmla="*/ 833479 h 888665"/>
                <a:gd name="connsiteX1" fmla="*/ 123478 w 1790437"/>
                <a:gd name="connsiteY1" fmla="*/ 825387 h 888665"/>
                <a:gd name="connsiteX2" fmla="*/ 123478 w 1790437"/>
                <a:gd name="connsiteY2" fmla="*/ 0 h 888665"/>
                <a:gd name="connsiteX0" fmla="*/ 1690755 w 1690755"/>
                <a:gd name="connsiteY0" fmla="*/ 833479 h 929544"/>
                <a:gd name="connsiteX1" fmla="*/ 23796 w 1690755"/>
                <a:gd name="connsiteY1" fmla="*/ 825387 h 929544"/>
                <a:gd name="connsiteX2" fmla="*/ 23796 w 1690755"/>
                <a:gd name="connsiteY2" fmla="*/ 0 h 929544"/>
                <a:gd name="connsiteX0" fmla="*/ 1667751 w 1667751"/>
                <a:gd name="connsiteY0" fmla="*/ 833479 h 939766"/>
                <a:gd name="connsiteX1" fmla="*/ 792 w 1667751"/>
                <a:gd name="connsiteY1" fmla="*/ 825387 h 939766"/>
                <a:gd name="connsiteX2" fmla="*/ 792 w 1667751"/>
                <a:gd name="connsiteY2" fmla="*/ 0 h 939766"/>
                <a:gd name="connsiteX0" fmla="*/ 1784260 w 1784260"/>
                <a:gd name="connsiteY0" fmla="*/ 954249 h 955366"/>
                <a:gd name="connsiteX1" fmla="*/ 123052 w 1784260"/>
                <a:gd name="connsiteY1" fmla="*/ 825387 h 955366"/>
                <a:gd name="connsiteX2" fmla="*/ 123052 w 1784260"/>
                <a:gd name="connsiteY2" fmla="*/ 0 h 955366"/>
                <a:gd name="connsiteX0" fmla="*/ 1666686 w 1666686"/>
                <a:gd name="connsiteY0" fmla="*/ 954249 h 1130179"/>
                <a:gd name="connsiteX1" fmla="*/ 5478 w 1666686"/>
                <a:gd name="connsiteY1" fmla="*/ 825387 h 1130179"/>
                <a:gd name="connsiteX2" fmla="*/ 5478 w 1666686"/>
                <a:gd name="connsiteY2" fmla="*/ 0 h 1130179"/>
                <a:gd name="connsiteX0" fmla="*/ 1666686 w 1666686"/>
                <a:gd name="connsiteY0" fmla="*/ 954249 h 1171458"/>
                <a:gd name="connsiteX1" fmla="*/ 5478 w 1666686"/>
                <a:gd name="connsiteY1" fmla="*/ 825387 h 1171458"/>
                <a:gd name="connsiteX2" fmla="*/ 5478 w 1666686"/>
                <a:gd name="connsiteY2" fmla="*/ 0 h 1171458"/>
                <a:gd name="connsiteX0" fmla="*/ 1666686 w 1666686"/>
                <a:gd name="connsiteY0" fmla="*/ 954249 h 1214433"/>
                <a:gd name="connsiteX1" fmla="*/ 5478 w 1666686"/>
                <a:gd name="connsiteY1" fmla="*/ 825387 h 1214433"/>
                <a:gd name="connsiteX2" fmla="*/ 5478 w 1666686"/>
                <a:gd name="connsiteY2" fmla="*/ 0 h 1214433"/>
                <a:gd name="connsiteX0" fmla="*/ 1666686 w 1666686"/>
                <a:gd name="connsiteY0" fmla="*/ 954249 h 1155250"/>
                <a:gd name="connsiteX1" fmla="*/ 5478 w 1666686"/>
                <a:gd name="connsiteY1" fmla="*/ 825387 h 1155250"/>
                <a:gd name="connsiteX2" fmla="*/ 5478 w 1666686"/>
                <a:gd name="connsiteY2" fmla="*/ 0 h 1155250"/>
                <a:gd name="connsiteX0" fmla="*/ 1666686 w 1666686"/>
                <a:gd name="connsiteY0" fmla="*/ 954249 h 1139645"/>
                <a:gd name="connsiteX1" fmla="*/ 377966 w 1666686"/>
                <a:gd name="connsiteY1" fmla="*/ 1137819 h 1139645"/>
                <a:gd name="connsiteX2" fmla="*/ 5478 w 1666686"/>
                <a:gd name="connsiteY2" fmla="*/ 825387 h 1139645"/>
                <a:gd name="connsiteX3" fmla="*/ 5478 w 1666686"/>
                <a:gd name="connsiteY3" fmla="*/ 0 h 1139645"/>
                <a:gd name="connsiteX0" fmla="*/ 1666686 w 1666686"/>
                <a:gd name="connsiteY0" fmla="*/ 954249 h 1137819"/>
                <a:gd name="connsiteX1" fmla="*/ 377966 w 1666686"/>
                <a:gd name="connsiteY1" fmla="*/ 1137819 h 1137819"/>
                <a:gd name="connsiteX2" fmla="*/ 5478 w 1666686"/>
                <a:gd name="connsiteY2" fmla="*/ 825387 h 1137819"/>
                <a:gd name="connsiteX3" fmla="*/ 5478 w 1666686"/>
                <a:gd name="connsiteY3" fmla="*/ 0 h 1137819"/>
                <a:gd name="connsiteX0" fmla="*/ 1637932 w 1637932"/>
                <a:gd name="connsiteY0" fmla="*/ 1121026 h 1137819"/>
                <a:gd name="connsiteX1" fmla="*/ 377966 w 1637932"/>
                <a:gd name="connsiteY1" fmla="*/ 1137819 h 1137819"/>
                <a:gd name="connsiteX2" fmla="*/ 5478 w 1637932"/>
                <a:gd name="connsiteY2" fmla="*/ 825387 h 1137819"/>
                <a:gd name="connsiteX3" fmla="*/ 5478 w 1637932"/>
                <a:gd name="connsiteY3" fmla="*/ 0 h 1137819"/>
                <a:gd name="connsiteX0" fmla="*/ 1639598 w 1639598"/>
                <a:gd name="connsiteY0" fmla="*/ 1121026 h 1137819"/>
                <a:gd name="connsiteX1" fmla="*/ 379632 w 1639598"/>
                <a:gd name="connsiteY1" fmla="*/ 1137819 h 1137819"/>
                <a:gd name="connsiteX2" fmla="*/ 7144 w 1639598"/>
                <a:gd name="connsiteY2" fmla="*/ 825387 h 1137819"/>
                <a:gd name="connsiteX3" fmla="*/ 7144 w 1639598"/>
                <a:gd name="connsiteY3" fmla="*/ 0 h 1137819"/>
                <a:gd name="connsiteX0" fmla="*/ 1639598 w 1639598"/>
                <a:gd name="connsiteY0" fmla="*/ 1146426 h 1146426"/>
                <a:gd name="connsiteX1" fmla="*/ 379632 w 1639598"/>
                <a:gd name="connsiteY1" fmla="*/ 1137819 h 1146426"/>
                <a:gd name="connsiteX2" fmla="*/ 7144 w 1639598"/>
                <a:gd name="connsiteY2" fmla="*/ 825387 h 1146426"/>
                <a:gd name="connsiteX3" fmla="*/ 7144 w 1639598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519 w 1632519"/>
                <a:gd name="connsiteY0" fmla="*/ 1146426 h 1146426"/>
                <a:gd name="connsiteX1" fmla="*/ 372553 w 1632519"/>
                <a:gd name="connsiteY1" fmla="*/ 1137819 h 1146426"/>
                <a:gd name="connsiteX2" fmla="*/ 65 w 1632519"/>
                <a:gd name="connsiteY2" fmla="*/ 825387 h 1146426"/>
                <a:gd name="connsiteX3" fmla="*/ 65 w 1632519"/>
                <a:gd name="connsiteY3" fmla="*/ 0 h 1146426"/>
                <a:gd name="connsiteX0" fmla="*/ 1635364 w 1635364"/>
                <a:gd name="connsiteY0" fmla="*/ 1146426 h 1146426"/>
                <a:gd name="connsiteX1" fmla="*/ 375398 w 1635364"/>
                <a:gd name="connsiteY1" fmla="*/ 1137819 h 1146426"/>
                <a:gd name="connsiteX2" fmla="*/ 2910 w 1635364"/>
                <a:gd name="connsiteY2" fmla="*/ 825387 h 1146426"/>
                <a:gd name="connsiteX3" fmla="*/ 2910 w 1635364"/>
                <a:gd name="connsiteY3" fmla="*/ 0 h 1146426"/>
                <a:gd name="connsiteX0" fmla="*/ 1635364 w 1635364"/>
                <a:gd name="connsiteY0" fmla="*/ 1133726 h 1137819"/>
                <a:gd name="connsiteX1" fmla="*/ 375398 w 1635364"/>
                <a:gd name="connsiteY1" fmla="*/ 1137819 h 1137819"/>
                <a:gd name="connsiteX2" fmla="*/ 2910 w 1635364"/>
                <a:gd name="connsiteY2" fmla="*/ 825387 h 1137819"/>
                <a:gd name="connsiteX3" fmla="*/ 2910 w 1635364"/>
                <a:gd name="connsiteY3" fmla="*/ 0 h 1137819"/>
                <a:gd name="connsiteX0" fmla="*/ 1633022 w 1633022"/>
                <a:gd name="connsiteY0" fmla="*/ 1133726 h 1137819"/>
                <a:gd name="connsiteX1" fmla="*/ 373056 w 1633022"/>
                <a:gd name="connsiteY1" fmla="*/ 1137819 h 1137819"/>
                <a:gd name="connsiteX2" fmla="*/ 568 w 1633022"/>
                <a:gd name="connsiteY2" fmla="*/ 825387 h 1137819"/>
                <a:gd name="connsiteX3" fmla="*/ 568 w 1633022"/>
                <a:gd name="connsiteY3" fmla="*/ 0 h 1137819"/>
                <a:gd name="connsiteX0" fmla="*/ 1636776 w 1636776"/>
                <a:gd name="connsiteY0" fmla="*/ 1133726 h 1137819"/>
                <a:gd name="connsiteX1" fmla="*/ 376810 w 1636776"/>
                <a:gd name="connsiteY1" fmla="*/ 1137819 h 1137819"/>
                <a:gd name="connsiteX2" fmla="*/ 4322 w 1636776"/>
                <a:gd name="connsiteY2" fmla="*/ 825387 h 1137819"/>
                <a:gd name="connsiteX3" fmla="*/ 4322 w 1636776"/>
                <a:gd name="connsiteY3" fmla="*/ 0 h 1137819"/>
                <a:gd name="connsiteX0" fmla="*/ 1632716 w 1632716"/>
                <a:gd name="connsiteY0" fmla="*/ 1133726 h 1137819"/>
                <a:gd name="connsiteX1" fmla="*/ 372750 w 1632716"/>
                <a:gd name="connsiteY1" fmla="*/ 1137819 h 1137819"/>
                <a:gd name="connsiteX2" fmla="*/ 262 w 1632716"/>
                <a:gd name="connsiteY2" fmla="*/ 825387 h 1137819"/>
                <a:gd name="connsiteX3" fmla="*/ 262 w 1632716"/>
                <a:gd name="connsiteY3" fmla="*/ 0 h 1137819"/>
                <a:gd name="connsiteX0" fmla="*/ 1632542 w 1632542"/>
                <a:gd name="connsiteY0" fmla="*/ 1133726 h 1137819"/>
                <a:gd name="connsiteX1" fmla="*/ 372576 w 1632542"/>
                <a:gd name="connsiteY1" fmla="*/ 1137819 h 1137819"/>
                <a:gd name="connsiteX2" fmla="*/ 88 w 1632542"/>
                <a:gd name="connsiteY2" fmla="*/ 825387 h 1137819"/>
                <a:gd name="connsiteX3" fmla="*/ 88 w 1632542"/>
                <a:gd name="connsiteY3" fmla="*/ 0 h 1137819"/>
                <a:gd name="connsiteX0" fmla="*/ 1626188 w 1626188"/>
                <a:gd name="connsiteY0" fmla="*/ 1143251 h 1143251"/>
                <a:gd name="connsiteX1" fmla="*/ 372576 w 1626188"/>
                <a:gd name="connsiteY1" fmla="*/ 1137819 h 1143251"/>
                <a:gd name="connsiteX2" fmla="*/ 88 w 1626188"/>
                <a:gd name="connsiteY2" fmla="*/ 825387 h 1143251"/>
                <a:gd name="connsiteX3" fmla="*/ 88 w 1626188"/>
                <a:gd name="connsiteY3" fmla="*/ 0 h 1143251"/>
                <a:gd name="connsiteX0" fmla="*/ 1626188 w 1626188"/>
                <a:gd name="connsiteY0" fmla="*/ 1130551 h 1137819"/>
                <a:gd name="connsiteX1" fmla="*/ 372576 w 1626188"/>
                <a:gd name="connsiteY1" fmla="*/ 1137819 h 1137819"/>
                <a:gd name="connsiteX2" fmla="*/ 88 w 1626188"/>
                <a:gd name="connsiteY2" fmla="*/ 825387 h 1137819"/>
                <a:gd name="connsiteX3" fmla="*/ 88 w 1626188"/>
                <a:gd name="connsiteY3" fmla="*/ 0 h 1137819"/>
                <a:gd name="connsiteX0" fmla="*/ 1626188 w 1626188"/>
                <a:gd name="connsiteY0" fmla="*/ 1140076 h 1140076"/>
                <a:gd name="connsiteX1" fmla="*/ 372576 w 1626188"/>
                <a:gd name="connsiteY1" fmla="*/ 1137819 h 1140076"/>
                <a:gd name="connsiteX2" fmla="*/ 88 w 1626188"/>
                <a:gd name="connsiteY2" fmla="*/ 825387 h 1140076"/>
                <a:gd name="connsiteX3" fmla="*/ 88 w 1626188"/>
                <a:gd name="connsiteY3" fmla="*/ 0 h 1140076"/>
                <a:gd name="connsiteX0" fmla="*/ 1619834 w 1619834"/>
                <a:gd name="connsiteY0" fmla="*/ 1127376 h 1137819"/>
                <a:gd name="connsiteX1" fmla="*/ 372576 w 1619834"/>
                <a:gd name="connsiteY1" fmla="*/ 1137819 h 1137819"/>
                <a:gd name="connsiteX2" fmla="*/ 88 w 1619834"/>
                <a:gd name="connsiteY2" fmla="*/ 825387 h 1137819"/>
                <a:gd name="connsiteX3" fmla="*/ 88 w 1619834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43251 h 1143251"/>
                <a:gd name="connsiteX1" fmla="*/ 372576 w 1642071"/>
                <a:gd name="connsiteY1" fmla="*/ 1137819 h 1143251"/>
                <a:gd name="connsiteX2" fmla="*/ 88 w 1642071"/>
                <a:gd name="connsiteY2" fmla="*/ 825387 h 1143251"/>
                <a:gd name="connsiteX3" fmla="*/ 88 w 1642071"/>
                <a:gd name="connsiteY3" fmla="*/ 0 h 1143251"/>
                <a:gd name="connsiteX0" fmla="*/ 1642071 w 1642071"/>
                <a:gd name="connsiteY0" fmla="*/ 1143251 h 1143251"/>
                <a:gd name="connsiteX1" fmla="*/ 372576 w 1642071"/>
                <a:gd name="connsiteY1" fmla="*/ 1137819 h 1143251"/>
                <a:gd name="connsiteX2" fmla="*/ 88 w 1642071"/>
                <a:gd name="connsiteY2" fmla="*/ 825387 h 1143251"/>
                <a:gd name="connsiteX3" fmla="*/ 88 w 1642071"/>
                <a:gd name="connsiteY3" fmla="*/ 0 h 1143251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68558"/>
                <a:gd name="connsiteX1" fmla="*/ 372576 w 1642071"/>
                <a:gd name="connsiteY1" fmla="*/ 1137819 h 1168558"/>
                <a:gd name="connsiteX2" fmla="*/ 88 w 1642071"/>
                <a:gd name="connsiteY2" fmla="*/ 825387 h 1168558"/>
                <a:gd name="connsiteX3" fmla="*/ 88 w 1642071"/>
                <a:gd name="connsiteY3" fmla="*/ 0 h 1168558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54448"/>
                <a:gd name="connsiteX1" fmla="*/ 372576 w 1642071"/>
                <a:gd name="connsiteY1" fmla="*/ 1137819 h 1154448"/>
                <a:gd name="connsiteX2" fmla="*/ 88 w 1642071"/>
                <a:gd name="connsiteY2" fmla="*/ 825387 h 1154448"/>
                <a:gd name="connsiteX3" fmla="*/ 88 w 1642071"/>
                <a:gd name="connsiteY3" fmla="*/ 0 h 1154448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65430"/>
                <a:gd name="connsiteX1" fmla="*/ 372576 w 1642071"/>
                <a:gd name="connsiteY1" fmla="*/ 1137819 h 1165430"/>
                <a:gd name="connsiteX2" fmla="*/ 88 w 1642071"/>
                <a:gd name="connsiteY2" fmla="*/ 825387 h 1165430"/>
                <a:gd name="connsiteX3" fmla="*/ 88 w 1642071"/>
                <a:gd name="connsiteY3" fmla="*/ 0 h 1165430"/>
                <a:gd name="connsiteX0" fmla="*/ 1642071 w 1642071"/>
                <a:gd name="connsiteY0" fmla="*/ 1136901 h 1142857"/>
                <a:gd name="connsiteX1" fmla="*/ 372576 w 1642071"/>
                <a:gd name="connsiteY1" fmla="*/ 1137819 h 1142857"/>
                <a:gd name="connsiteX2" fmla="*/ 88 w 1642071"/>
                <a:gd name="connsiteY2" fmla="*/ 825387 h 1142857"/>
                <a:gd name="connsiteX3" fmla="*/ 88 w 1642071"/>
                <a:gd name="connsiteY3" fmla="*/ 0 h 1142857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41447"/>
                <a:gd name="connsiteX1" fmla="*/ 372576 w 1642071"/>
                <a:gd name="connsiteY1" fmla="*/ 1137819 h 1141447"/>
                <a:gd name="connsiteX2" fmla="*/ 88 w 1642071"/>
                <a:gd name="connsiteY2" fmla="*/ 825387 h 1141447"/>
                <a:gd name="connsiteX3" fmla="*/ 88 w 1642071"/>
                <a:gd name="connsiteY3" fmla="*/ 0 h 1141447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  <a:gd name="connsiteX0" fmla="*/ 2014725 w 2014725"/>
                <a:gd name="connsiteY0" fmla="*/ 1142779 h 1143697"/>
                <a:gd name="connsiteX1" fmla="*/ 1577009 w 2014725"/>
                <a:gd name="connsiteY1" fmla="*/ 1142293 h 1143697"/>
                <a:gd name="connsiteX2" fmla="*/ 745230 w 2014725"/>
                <a:gd name="connsiteY2" fmla="*/ 1143697 h 1143697"/>
                <a:gd name="connsiteX3" fmla="*/ 372742 w 2014725"/>
                <a:gd name="connsiteY3" fmla="*/ 831265 h 1143697"/>
                <a:gd name="connsiteX4" fmla="*/ 0 w 2014725"/>
                <a:gd name="connsiteY4" fmla="*/ 0 h 1143697"/>
                <a:gd name="connsiteX0" fmla="*/ 1760310 w 1760310"/>
                <a:gd name="connsiteY0" fmla="*/ 888198 h 889116"/>
                <a:gd name="connsiteX1" fmla="*/ 1322594 w 1760310"/>
                <a:gd name="connsiteY1" fmla="*/ 887712 h 889116"/>
                <a:gd name="connsiteX2" fmla="*/ 490815 w 1760310"/>
                <a:gd name="connsiteY2" fmla="*/ 889116 h 889116"/>
                <a:gd name="connsiteX3" fmla="*/ 118327 w 1760310"/>
                <a:gd name="connsiteY3" fmla="*/ 576684 h 889116"/>
                <a:gd name="connsiteX4" fmla="*/ 0 w 1760310"/>
                <a:gd name="connsiteY4" fmla="*/ 0 h 889116"/>
                <a:gd name="connsiteX0" fmla="*/ 1760310 w 1760310"/>
                <a:gd name="connsiteY0" fmla="*/ 888198 h 889116"/>
                <a:gd name="connsiteX1" fmla="*/ 1322594 w 1760310"/>
                <a:gd name="connsiteY1" fmla="*/ 887712 h 889116"/>
                <a:gd name="connsiteX2" fmla="*/ 490815 w 1760310"/>
                <a:gd name="connsiteY2" fmla="*/ 889116 h 889116"/>
                <a:gd name="connsiteX3" fmla="*/ 118327 w 1760310"/>
                <a:gd name="connsiteY3" fmla="*/ 576684 h 889116"/>
                <a:gd name="connsiteX4" fmla="*/ 0 w 1760310"/>
                <a:gd name="connsiteY4" fmla="*/ 0 h 889116"/>
                <a:gd name="connsiteX0" fmla="*/ 1760310 w 1760310"/>
                <a:gd name="connsiteY0" fmla="*/ 888198 h 889116"/>
                <a:gd name="connsiteX1" fmla="*/ 1322594 w 1760310"/>
                <a:gd name="connsiteY1" fmla="*/ 887712 h 889116"/>
                <a:gd name="connsiteX2" fmla="*/ 490815 w 1760310"/>
                <a:gd name="connsiteY2" fmla="*/ 889116 h 889116"/>
                <a:gd name="connsiteX3" fmla="*/ 118327 w 1760310"/>
                <a:gd name="connsiteY3" fmla="*/ 576684 h 889116"/>
                <a:gd name="connsiteX4" fmla="*/ 0 w 1760310"/>
                <a:gd name="connsiteY4" fmla="*/ 0 h 889116"/>
                <a:gd name="connsiteX0" fmla="*/ 1760310 w 1760310"/>
                <a:gd name="connsiteY0" fmla="*/ 888198 h 889116"/>
                <a:gd name="connsiteX1" fmla="*/ 1322594 w 1760310"/>
                <a:gd name="connsiteY1" fmla="*/ 887712 h 889116"/>
                <a:gd name="connsiteX2" fmla="*/ 490815 w 1760310"/>
                <a:gd name="connsiteY2" fmla="*/ 889116 h 889116"/>
                <a:gd name="connsiteX3" fmla="*/ 118327 w 1760310"/>
                <a:gd name="connsiteY3" fmla="*/ 576684 h 889116"/>
                <a:gd name="connsiteX4" fmla="*/ 0 w 1760310"/>
                <a:gd name="connsiteY4" fmla="*/ 0 h 889116"/>
                <a:gd name="connsiteX0" fmla="*/ 1760310 w 1760310"/>
                <a:gd name="connsiteY0" fmla="*/ 888198 h 889116"/>
                <a:gd name="connsiteX1" fmla="*/ 1322594 w 1760310"/>
                <a:gd name="connsiteY1" fmla="*/ 887712 h 889116"/>
                <a:gd name="connsiteX2" fmla="*/ 490815 w 1760310"/>
                <a:gd name="connsiteY2" fmla="*/ 889116 h 889116"/>
                <a:gd name="connsiteX3" fmla="*/ 118327 w 1760310"/>
                <a:gd name="connsiteY3" fmla="*/ 576684 h 889116"/>
                <a:gd name="connsiteX4" fmla="*/ 0 w 1760310"/>
                <a:gd name="connsiteY4" fmla="*/ 0 h 889116"/>
                <a:gd name="connsiteX0" fmla="*/ 1750780 w 1750780"/>
                <a:gd name="connsiteY0" fmla="*/ 862244 h 863162"/>
                <a:gd name="connsiteX1" fmla="*/ 1313064 w 1750780"/>
                <a:gd name="connsiteY1" fmla="*/ 861758 h 863162"/>
                <a:gd name="connsiteX2" fmla="*/ 481285 w 1750780"/>
                <a:gd name="connsiteY2" fmla="*/ 863162 h 863162"/>
                <a:gd name="connsiteX3" fmla="*/ 108797 w 1750780"/>
                <a:gd name="connsiteY3" fmla="*/ 550730 h 863162"/>
                <a:gd name="connsiteX4" fmla="*/ 0 w 1750780"/>
                <a:gd name="connsiteY4" fmla="*/ 0 h 863162"/>
                <a:gd name="connsiteX0" fmla="*/ 1750780 w 1750780"/>
                <a:gd name="connsiteY0" fmla="*/ 862244 h 863162"/>
                <a:gd name="connsiteX1" fmla="*/ 1313064 w 1750780"/>
                <a:gd name="connsiteY1" fmla="*/ 861758 h 863162"/>
                <a:gd name="connsiteX2" fmla="*/ 481285 w 1750780"/>
                <a:gd name="connsiteY2" fmla="*/ 863162 h 863162"/>
                <a:gd name="connsiteX3" fmla="*/ 108797 w 1750780"/>
                <a:gd name="connsiteY3" fmla="*/ 550730 h 863162"/>
                <a:gd name="connsiteX4" fmla="*/ 0 w 1750780"/>
                <a:gd name="connsiteY4" fmla="*/ 0 h 86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0780" h="863162">
                  <a:moveTo>
                    <a:pt x="1750780" y="862244"/>
                  </a:moveTo>
                  <a:lnTo>
                    <a:pt x="1313064" y="861758"/>
                  </a:lnTo>
                  <a:lnTo>
                    <a:pt x="481285" y="863162"/>
                  </a:lnTo>
                  <a:cubicBezTo>
                    <a:pt x="204417" y="854385"/>
                    <a:pt x="150890" y="720544"/>
                    <a:pt x="108797" y="550730"/>
                  </a:cubicBezTo>
                  <a:cubicBezTo>
                    <a:pt x="66704" y="380916"/>
                    <a:pt x="44033" y="271734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1651A58-04A9-EC9F-E191-2EDB3C6A9BAA}"/>
                </a:ext>
              </a:extLst>
            </p:cNvPr>
            <p:cNvGrpSpPr/>
            <p:nvPr/>
          </p:nvGrpSpPr>
          <p:grpSpPr>
            <a:xfrm>
              <a:off x="3759645" y="1994782"/>
              <a:ext cx="1625924" cy="1214908"/>
              <a:chOff x="3759645" y="1994782"/>
              <a:chExt cx="1625924" cy="1214908"/>
            </a:xfrm>
          </p:grpSpPr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E819140-8B84-8D32-53AB-64ECFF976D22}"/>
                  </a:ext>
                </a:extLst>
              </p:cNvPr>
              <p:cNvSpPr txBox="1"/>
              <p:nvPr/>
            </p:nvSpPr>
            <p:spPr>
              <a:xfrm>
                <a:off x="3836183" y="1994782"/>
                <a:ext cx="14750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800" b="1">
                    <a:latin typeface="Outfit" pitchFamily="2" charset="0"/>
                  </a:rPr>
                  <a:t>Background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066F0D7-26CE-A058-7674-8746C1A3A95D}"/>
                  </a:ext>
                </a:extLst>
              </p:cNvPr>
              <p:cNvSpPr txBox="1"/>
              <p:nvPr/>
            </p:nvSpPr>
            <p:spPr>
              <a:xfrm>
                <a:off x="3776849" y="2624915"/>
                <a:ext cx="1606860" cy="58477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/>
                <a:r>
                  <a:rPr lang="en-US" sz="1600">
                    <a:latin typeface="Outfit"/>
                  </a:rPr>
                  <a:t>What is HbA1c and Diabetes?</a:t>
                </a:r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8D6D8EB5-62C9-4FED-6E0F-610DE90E28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9645" y="2480346"/>
                <a:ext cx="1625924" cy="898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41B061D-237D-D5C2-EAB2-142ABD67BF26}"/>
              </a:ext>
            </a:extLst>
          </p:cNvPr>
          <p:cNvGrpSpPr/>
          <p:nvPr/>
        </p:nvGrpSpPr>
        <p:grpSpPr>
          <a:xfrm>
            <a:off x="5602038" y="2699603"/>
            <a:ext cx="690496" cy="288915"/>
            <a:chOff x="5060434" y="2465222"/>
            <a:chExt cx="554155" cy="22623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78F3525-1368-5799-226A-0F497125D028}"/>
                </a:ext>
              </a:extLst>
            </p:cNvPr>
            <p:cNvSpPr/>
            <p:nvPr/>
          </p:nvSpPr>
          <p:spPr>
            <a:xfrm>
              <a:off x="5060434" y="2465222"/>
              <a:ext cx="548640" cy="226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88900" dist="38100" dir="54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A0C8E6F-7CDE-4DB3-88E9-3D5BC0572768}"/>
                </a:ext>
              </a:extLst>
            </p:cNvPr>
            <p:cNvSpPr/>
            <p:nvPr/>
          </p:nvSpPr>
          <p:spPr>
            <a:xfrm rot="10800000">
              <a:off x="5065949" y="2465222"/>
              <a:ext cx="548640" cy="226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88900" dist="38100" dir="162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85F7C3B-D737-640A-5D04-8AFDCDC09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26882"/>
            <a:ext cx="7704000" cy="572700"/>
          </a:xfrm>
        </p:spPr>
        <p:txBody>
          <a:bodyPr/>
          <a:lstStyle/>
          <a:p>
            <a:pPr>
              <a:tabLst>
                <a:tab pos="565150" algn="l"/>
              </a:tabLst>
            </a:pPr>
            <a:r>
              <a:rPr lang="en-US">
                <a:solidFill>
                  <a:schemeClr val="bg2"/>
                </a:solidFill>
              </a:rPr>
              <a:t>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F80EAE-169C-47BB-E2E6-EB934ADE2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39" y="365760"/>
            <a:ext cx="694944" cy="69494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E49586-0462-6A24-1AEE-C457E932DAE4}"/>
              </a:ext>
            </a:extLst>
          </p:cNvPr>
          <p:cNvCxnSpPr>
            <a:cxnSpLocks/>
          </p:cNvCxnSpPr>
          <p:nvPr/>
        </p:nvCxnSpPr>
        <p:spPr>
          <a:xfrm>
            <a:off x="1143000" y="1011612"/>
            <a:ext cx="838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FA61918-D051-DFC1-88A4-355E96E6E7EE}"/>
              </a:ext>
            </a:extLst>
          </p:cNvPr>
          <p:cNvGrpSpPr/>
          <p:nvPr/>
        </p:nvGrpSpPr>
        <p:grpSpPr>
          <a:xfrm>
            <a:off x="654843" y="1744995"/>
            <a:ext cx="2537278" cy="2346020"/>
            <a:chOff x="629630" y="1753399"/>
            <a:chExt cx="2537278" cy="2346020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9C2C7335-2C01-6704-8526-FD425A09B8AB}"/>
                </a:ext>
              </a:extLst>
            </p:cNvPr>
            <p:cNvSpPr/>
            <p:nvPr/>
          </p:nvSpPr>
          <p:spPr>
            <a:xfrm>
              <a:off x="629630" y="2479235"/>
              <a:ext cx="2082337" cy="1620184"/>
            </a:xfrm>
            <a:custGeom>
              <a:avLst/>
              <a:gdLst>
                <a:gd name="connsiteX0" fmla="*/ 1666959 w 1666959"/>
                <a:gd name="connsiteY0" fmla="*/ 833479 h 833479"/>
                <a:gd name="connsiteX1" fmla="*/ 0 w 1666959"/>
                <a:gd name="connsiteY1" fmla="*/ 825387 h 833479"/>
                <a:gd name="connsiteX2" fmla="*/ 0 w 1666959"/>
                <a:gd name="connsiteY2" fmla="*/ 0 h 833479"/>
                <a:gd name="connsiteX0" fmla="*/ 1790437 w 1790437"/>
                <a:gd name="connsiteY0" fmla="*/ 833479 h 888665"/>
                <a:gd name="connsiteX1" fmla="*/ 123478 w 1790437"/>
                <a:gd name="connsiteY1" fmla="*/ 825387 h 888665"/>
                <a:gd name="connsiteX2" fmla="*/ 123478 w 1790437"/>
                <a:gd name="connsiteY2" fmla="*/ 0 h 888665"/>
                <a:gd name="connsiteX0" fmla="*/ 1690755 w 1690755"/>
                <a:gd name="connsiteY0" fmla="*/ 833479 h 929544"/>
                <a:gd name="connsiteX1" fmla="*/ 23796 w 1690755"/>
                <a:gd name="connsiteY1" fmla="*/ 825387 h 929544"/>
                <a:gd name="connsiteX2" fmla="*/ 23796 w 1690755"/>
                <a:gd name="connsiteY2" fmla="*/ 0 h 929544"/>
                <a:gd name="connsiteX0" fmla="*/ 1667751 w 1667751"/>
                <a:gd name="connsiteY0" fmla="*/ 833479 h 939766"/>
                <a:gd name="connsiteX1" fmla="*/ 792 w 1667751"/>
                <a:gd name="connsiteY1" fmla="*/ 825387 h 939766"/>
                <a:gd name="connsiteX2" fmla="*/ 792 w 1667751"/>
                <a:gd name="connsiteY2" fmla="*/ 0 h 939766"/>
                <a:gd name="connsiteX0" fmla="*/ 1784260 w 1784260"/>
                <a:gd name="connsiteY0" fmla="*/ 954249 h 955366"/>
                <a:gd name="connsiteX1" fmla="*/ 123052 w 1784260"/>
                <a:gd name="connsiteY1" fmla="*/ 825387 h 955366"/>
                <a:gd name="connsiteX2" fmla="*/ 123052 w 1784260"/>
                <a:gd name="connsiteY2" fmla="*/ 0 h 955366"/>
                <a:gd name="connsiteX0" fmla="*/ 1666686 w 1666686"/>
                <a:gd name="connsiteY0" fmla="*/ 954249 h 1130179"/>
                <a:gd name="connsiteX1" fmla="*/ 5478 w 1666686"/>
                <a:gd name="connsiteY1" fmla="*/ 825387 h 1130179"/>
                <a:gd name="connsiteX2" fmla="*/ 5478 w 1666686"/>
                <a:gd name="connsiteY2" fmla="*/ 0 h 1130179"/>
                <a:gd name="connsiteX0" fmla="*/ 1666686 w 1666686"/>
                <a:gd name="connsiteY0" fmla="*/ 954249 h 1171458"/>
                <a:gd name="connsiteX1" fmla="*/ 5478 w 1666686"/>
                <a:gd name="connsiteY1" fmla="*/ 825387 h 1171458"/>
                <a:gd name="connsiteX2" fmla="*/ 5478 w 1666686"/>
                <a:gd name="connsiteY2" fmla="*/ 0 h 1171458"/>
                <a:gd name="connsiteX0" fmla="*/ 1666686 w 1666686"/>
                <a:gd name="connsiteY0" fmla="*/ 954249 h 1214433"/>
                <a:gd name="connsiteX1" fmla="*/ 5478 w 1666686"/>
                <a:gd name="connsiteY1" fmla="*/ 825387 h 1214433"/>
                <a:gd name="connsiteX2" fmla="*/ 5478 w 1666686"/>
                <a:gd name="connsiteY2" fmla="*/ 0 h 1214433"/>
                <a:gd name="connsiteX0" fmla="*/ 1666686 w 1666686"/>
                <a:gd name="connsiteY0" fmla="*/ 954249 h 1155250"/>
                <a:gd name="connsiteX1" fmla="*/ 5478 w 1666686"/>
                <a:gd name="connsiteY1" fmla="*/ 825387 h 1155250"/>
                <a:gd name="connsiteX2" fmla="*/ 5478 w 1666686"/>
                <a:gd name="connsiteY2" fmla="*/ 0 h 1155250"/>
                <a:gd name="connsiteX0" fmla="*/ 1666686 w 1666686"/>
                <a:gd name="connsiteY0" fmla="*/ 954249 h 1139645"/>
                <a:gd name="connsiteX1" fmla="*/ 377966 w 1666686"/>
                <a:gd name="connsiteY1" fmla="*/ 1137819 h 1139645"/>
                <a:gd name="connsiteX2" fmla="*/ 5478 w 1666686"/>
                <a:gd name="connsiteY2" fmla="*/ 825387 h 1139645"/>
                <a:gd name="connsiteX3" fmla="*/ 5478 w 1666686"/>
                <a:gd name="connsiteY3" fmla="*/ 0 h 1139645"/>
                <a:gd name="connsiteX0" fmla="*/ 1666686 w 1666686"/>
                <a:gd name="connsiteY0" fmla="*/ 954249 h 1137819"/>
                <a:gd name="connsiteX1" fmla="*/ 377966 w 1666686"/>
                <a:gd name="connsiteY1" fmla="*/ 1137819 h 1137819"/>
                <a:gd name="connsiteX2" fmla="*/ 5478 w 1666686"/>
                <a:gd name="connsiteY2" fmla="*/ 825387 h 1137819"/>
                <a:gd name="connsiteX3" fmla="*/ 5478 w 1666686"/>
                <a:gd name="connsiteY3" fmla="*/ 0 h 1137819"/>
                <a:gd name="connsiteX0" fmla="*/ 1637932 w 1637932"/>
                <a:gd name="connsiteY0" fmla="*/ 1121026 h 1137819"/>
                <a:gd name="connsiteX1" fmla="*/ 377966 w 1637932"/>
                <a:gd name="connsiteY1" fmla="*/ 1137819 h 1137819"/>
                <a:gd name="connsiteX2" fmla="*/ 5478 w 1637932"/>
                <a:gd name="connsiteY2" fmla="*/ 825387 h 1137819"/>
                <a:gd name="connsiteX3" fmla="*/ 5478 w 1637932"/>
                <a:gd name="connsiteY3" fmla="*/ 0 h 1137819"/>
                <a:gd name="connsiteX0" fmla="*/ 1639598 w 1639598"/>
                <a:gd name="connsiteY0" fmla="*/ 1121026 h 1137819"/>
                <a:gd name="connsiteX1" fmla="*/ 379632 w 1639598"/>
                <a:gd name="connsiteY1" fmla="*/ 1137819 h 1137819"/>
                <a:gd name="connsiteX2" fmla="*/ 7144 w 1639598"/>
                <a:gd name="connsiteY2" fmla="*/ 825387 h 1137819"/>
                <a:gd name="connsiteX3" fmla="*/ 7144 w 1639598"/>
                <a:gd name="connsiteY3" fmla="*/ 0 h 1137819"/>
                <a:gd name="connsiteX0" fmla="*/ 1639598 w 1639598"/>
                <a:gd name="connsiteY0" fmla="*/ 1146426 h 1146426"/>
                <a:gd name="connsiteX1" fmla="*/ 379632 w 1639598"/>
                <a:gd name="connsiteY1" fmla="*/ 1137819 h 1146426"/>
                <a:gd name="connsiteX2" fmla="*/ 7144 w 1639598"/>
                <a:gd name="connsiteY2" fmla="*/ 825387 h 1146426"/>
                <a:gd name="connsiteX3" fmla="*/ 7144 w 1639598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519 w 1632519"/>
                <a:gd name="connsiteY0" fmla="*/ 1146426 h 1146426"/>
                <a:gd name="connsiteX1" fmla="*/ 372553 w 1632519"/>
                <a:gd name="connsiteY1" fmla="*/ 1137819 h 1146426"/>
                <a:gd name="connsiteX2" fmla="*/ 65 w 1632519"/>
                <a:gd name="connsiteY2" fmla="*/ 825387 h 1146426"/>
                <a:gd name="connsiteX3" fmla="*/ 65 w 1632519"/>
                <a:gd name="connsiteY3" fmla="*/ 0 h 1146426"/>
                <a:gd name="connsiteX0" fmla="*/ 1635364 w 1635364"/>
                <a:gd name="connsiteY0" fmla="*/ 1146426 h 1146426"/>
                <a:gd name="connsiteX1" fmla="*/ 375398 w 1635364"/>
                <a:gd name="connsiteY1" fmla="*/ 1137819 h 1146426"/>
                <a:gd name="connsiteX2" fmla="*/ 2910 w 1635364"/>
                <a:gd name="connsiteY2" fmla="*/ 825387 h 1146426"/>
                <a:gd name="connsiteX3" fmla="*/ 2910 w 1635364"/>
                <a:gd name="connsiteY3" fmla="*/ 0 h 1146426"/>
                <a:gd name="connsiteX0" fmla="*/ 1635364 w 1635364"/>
                <a:gd name="connsiteY0" fmla="*/ 1133726 h 1137819"/>
                <a:gd name="connsiteX1" fmla="*/ 375398 w 1635364"/>
                <a:gd name="connsiteY1" fmla="*/ 1137819 h 1137819"/>
                <a:gd name="connsiteX2" fmla="*/ 2910 w 1635364"/>
                <a:gd name="connsiteY2" fmla="*/ 825387 h 1137819"/>
                <a:gd name="connsiteX3" fmla="*/ 2910 w 1635364"/>
                <a:gd name="connsiteY3" fmla="*/ 0 h 1137819"/>
                <a:gd name="connsiteX0" fmla="*/ 1633022 w 1633022"/>
                <a:gd name="connsiteY0" fmla="*/ 1133726 h 1137819"/>
                <a:gd name="connsiteX1" fmla="*/ 373056 w 1633022"/>
                <a:gd name="connsiteY1" fmla="*/ 1137819 h 1137819"/>
                <a:gd name="connsiteX2" fmla="*/ 568 w 1633022"/>
                <a:gd name="connsiteY2" fmla="*/ 825387 h 1137819"/>
                <a:gd name="connsiteX3" fmla="*/ 568 w 1633022"/>
                <a:gd name="connsiteY3" fmla="*/ 0 h 1137819"/>
                <a:gd name="connsiteX0" fmla="*/ 1636776 w 1636776"/>
                <a:gd name="connsiteY0" fmla="*/ 1133726 h 1137819"/>
                <a:gd name="connsiteX1" fmla="*/ 376810 w 1636776"/>
                <a:gd name="connsiteY1" fmla="*/ 1137819 h 1137819"/>
                <a:gd name="connsiteX2" fmla="*/ 4322 w 1636776"/>
                <a:gd name="connsiteY2" fmla="*/ 825387 h 1137819"/>
                <a:gd name="connsiteX3" fmla="*/ 4322 w 1636776"/>
                <a:gd name="connsiteY3" fmla="*/ 0 h 1137819"/>
                <a:gd name="connsiteX0" fmla="*/ 1632716 w 1632716"/>
                <a:gd name="connsiteY0" fmla="*/ 1133726 h 1137819"/>
                <a:gd name="connsiteX1" fmla="*/ 372750 w 1632716"/>
                <a:gd name="connsiteY1" fmla="*/ 1137819 h 1137819"/>
                <a:gd name="connsiteX2" fmla="*/ 262 w 1632716"/>
                <a:gd name="connsiteY2" fmla="*/ 825387 h 1137819"/>
                <a:gd name="connsiteX3" fmla="*/ 262 w 1632716"/>
                <a:gd name="connsiteY3" fmla="*/ 0 h 1137819"/>
                <a:gd name="connsiteX0" fmla="*/ 1632542 w 1632542"/>
                <a:gd name="connsiteY0" fmla="*/ 1133726 h 1137819"/>
                <a:gd name="connsiteX1" fmla="*/ 372576 w 1632542"/>
                <a:gd name="connsiteY1" fmla="*/ 1137819 h 1137819"/>
                <a:gd name="connsiteX2" fmla="*/ 88 w 1632542"/>
                <a:gd name="connsiteY2" fmla="*/ 825387 h 1137819"/>
                <a:gd name="connsiteX3" fmla="*/ 88 w 1632542"/>
                <a:gd name="connsiteY3" fmla="*/ 0 h 1137819"/>
                <a:gd name="connsiteX0" fmla="*/ 1626188 w 1626188"/>
                <a:gd name="connsiteY0" fmla="*/ 1143251 h 1143251"/>
                <a:gd name="connsiteX1" fmla="*/ 372576 w 1626188"/>
                <a:gd name="connsiteY1" fmla="*/ 1137819 h 1143251"/>
                <a:gd name="connsiteX2" fmla="*/ 88 w 1626188"/>
                <a:gd name="connsiteY2" fmla="*/ 825387 h 1143251"/>
                <a:gd name="connsiteX3" fmla="*/ 88 w 1626188"/>
                <a:gd name="connsiteY3" fmla="*/ 0 h 1143251"/>
                <a:gd name="connsiteX0" fmla="*/ 1626188 w 1626188"/>
                <a:gd name="connsiteY0" fmla="*/ 1130551 h 1137819"/>
                <a:gd name="connsiteX1" fmla="*/ 372576 w 1626188"/>
                <a:gd name="connsiteY1" fmla="*/ 1137819 h 1137819"/>
                <a:gd name="connsiteX2" fmla="*/ 88 w 1626188"/>
                <a:gd name="connsiteY2" fmla="*/ 825387 h 1137819"/>
                <a:gd name="connsiteX3" fmla="*/ 88 w 1626188"/>
                <a:gd name="connsiteY3" fmla="*/ 0 h 1137819"/>
                <a:gd name="connsiteX0" fmla="*/ 1626188 w 1626188"/>
                <a:gd name="connsiteY0" fmla="*/ 1140076 h 1140076"/>
                <a:gd name="connsiteX1" fmla="*/ 372576 w 1626188"/>
                <a:gd name="connsiteY1" fmla="*/ 1137819 h 1140076"/>
                <a:gd name="connsiteX2" fmla="*/ 88 w 1626188"/>
                <a:gd name="connsiteY2" fmla="*/ 825387 h 1140076"/>
                <a:gd name="connsiteX3" fmla="*/ 88 w 1626188"/>
                <a:gd name="connsiteY3" fmla="*/ 0 h 1140076"/>
                <a:gd name="connsiteX0" fmla="*/ 1619834 w 1619834"/>
                <a:gd name="connsiteY0" fmla="*/ 1127376 h 1137819"/>
                <a:gd name="connsiteX1" fmla="*/ 372576 w 1619834"/>
                <a:gd name="connsiteY1" fmla="*/ 1137819 h 1137819"/>
                <a:gd name="connsiteX2" fmla="*/ 88 w 1619834"/>
                <a:gd name="connsiteY2" fmla="*/ 825387 h 1137819"/>
                <a:gd name="connsiteX3" fmla="*/ 88 w 1619834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43251 h 1143251"/>
                <a:gd name="connsiteX1" fmla="*/ 372576 w 1642071"/>
                <a:gd name="connsiteY1" fmla="*/ 1137819 h 1143251"/>
                <a:gd name="connsiteX2" fmla="*/ 88 w 1642071"/>
                <a:gd name="connsiteY2" fmla="*/ 825387 h 1143251"/>
                <a:gd name="connsiteX3" fmla="*/ 88 w 1642071"/>
                <a:gd name="connsiteY3" fmla="*/ 0 h 1143251"/>
                <a:gd name="connsiteX0" fmla="*/ 1642071 w 1642071"/>
                <a:gd name="connsiteY0" fmla="*/ 1143251 h 1143251"/>
                <a:gd name="connsiteX1" fmla="*/ 372576 w 1642071"/>
                <a:gd name="connsiteY1" fmla="*/ 1137819 h 1143251"/>
                <a:gd name="connsiteX2" fmla="*/ 88 w 1642071"/>
                <a:gd name="connsiteY2" fmla="*/ 825387 h 1143251"/>
                <a:gd name="connsiteX3" fmla="*/ 88 w 1642071"/>
                <a:gd name="connsiteY3" fmla="*/ 0 h 1143251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68558"/>
                <a:gd name="connsiteX1" fmla="*/ 372576 w 1642071"/>
                <a:gd name="connsiteY1" fmla="*/ 1137819 h 1168558"/>
                <a:gd name="connsiteX2" fmla="*/ 88 w 1642071"/>
                <a:gd name="connsiteY2" fmla="*/ 825387 h 1168558"/>
                <a:gd name="connsiteX3" fmla="*/ 88 w 1642071"/>
                <a:gd name="connsiteY3" fmla="*/ 0 h 1168558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54448"/>
                <a:gd name="connsiteX1" fmla="*/ 372576 w 1642071"/>
                <a:gd name="connsiteY1" fmla="*/ 1137819 h 1154448"/>
                <a:gd name="connsiteX2" fmla="*/ 88 w 1642071"/>
                <a:gd name="connsiteY2" fmla="*/ 825387 h 1154448"/>
                <a:gd name="connsiteX3" fmla="*/ 88 w 1642071"/>
                <a:gd name="connsiteY3" fmla="*/ 0 h 1154448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65430"/>
                <a:gd name="connsiteX1" fmla="*/ 372576 w 1642071"/>
                <a:gd name="connsiteY1" fmla="*/ 1137819 h 1165430"/>
                <a:gd name="connsiteX2" fmla="*/ 88 w 1642071"/>
                <a:gd name="connsiteY2" fmla="*/ 825387 h 1165430"/>
                <a:gd name="connsiteX3" fmla="*/ 88 w 1642071"/>
                <a:gd name="connsiteY3" fmla="*/ 0 h 1165430"/>
                <a:gd name="connsiteX0" fmla="*/ 1642071 w 1642071"/>
                <a:gd name="connsiteY0" fmla="*/ 1136901 h 1142857"/>
                <a:gd name="connsiteX1" fmla="*/ 372576 w 1642071"/>
                <a:gd name="connsiteY1" fmla="*/ 1137819 h 1142857"/>
                <a:gd name="connsiteX2" fmla="*/ 88 w 1642071"/>
                <a:gd name="connsiteY2" fmla="*/ 825387 h 1142857"/>
                <a:gd name="connsiteX3" fmla="*/ 88 w 1642071"/>
                <a:gd name="connsiteY3" fmla="*/ 0 h 1142857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41447"/>
                <a:gd name="connsiteX1" fmla="*/ 372576 w 1642071"/>
                <a:gd name="connsiteY1" fmla="*/ 1137819 h 1141447"/>
                <a:gd name="connsiteX2" fmla="*/ 88 w 1642071"/>
                <a:gd name="connsiteY2" fmla="*/ 825387 h 1141447"/>
                <a:gd name="connsiteX3" fmla="*/ 88 w 1642071"/>
                <a:gd name="connsiteY3" fmla="*/ 0 h 1141447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2071" h="1137819">
                  <a:moveTo>
                    <a:pt x="1642071" y="1136901"/>
                  </a:moveTo>
                  <a:lnTo>
                    <a:pt x="1204355" y="1136415"/>
                  </a:lnTo>
                  <a:lnTo>
                    <a:pt x="372576" y="1137819"/>
                  </a:lnTo>
                  <a:cubicBezTo>
                    <a:pt x="95708" y="1129042"/>
                    <a:pt x="284" y="1056059"/>
                    <a:pt x="88" y="825387"/>
                  </a:cubicBezTo>
                  <a:cubicBezTo>
                    <a:pt x="-108" y="594715"/>
                    <a:pt x="88" y="275129"/>
                    <a:pt x="88" y="0"/>
                  </a:cubicBezTo>
                </a:path>
              </a:pathLst>
            </a:custGeom>
            <a:noFill/>
            <a:ln>
              <a:solidFill>
                <a:srgbClr val="2444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3B7CDF5-6084-7513-7CBB-AEB03A515999}"/>
                </a:ext>
              </a:extLst>
            </p:cNvPr>
            <p:cNvSpPr/>
            <p:nvPr/>
          </p:nvSpPr>
          <p:spPr>
            <a:xfrm flipV="1">
              <a:off x="629631" y="1753399"/>
              <a:ext cx="1351570" cy="1601670"/>
            </a:xfrm>
            <a:custGeom>
              <a:avLst/>
              <a:gdLst>
                <a:gd name="connsiteX0" fmla="*/ 1666959 w 1666959"/>
                <a:gd name="connsiteY0" fmla="*/ 833479 h 833479"/>
                <a:gd name="connsiteX1" fmla="*/ 0 w 1666959"/>
                <a:gd name="connsiteY1" fmla="*/ 825387 h 833479"/>
                <a:gd name="connsiteX2" fmla="*/ 0 w 1666959"/>
                <a:gd name="connsiteY2" fmla="*/ 0 h 833479"/>
                <a:gd name="connsiteX0" fmla="*/ 1790437 w 1790437"/>
                <a:gd name="connsiteY0" fmla="*/ 833479 h 888665"/>
                <a:gd name="connsiteX1" fmla="*/ 123478 w 1790437"/>
                <a:gd name="connsiteY1" fmla="*/ 825387 h 888665"/>
                <a:gd name="connsiteX2" fmla="*/ 123478 w 1790437"/>
                <a:gd name="connsiteY2" fmla="*/ 0 h 888665"/>
                <a:gd name="connsiteX0" fmla="*/ 1690755 w 1690755"/>
                <a:gd name="connsiteY0" fmla="*/ 833479 h 929544"/>
                <a:gd name="connsiteX1" fmla="*/ 23796 w 1690755"/>
                <a:gd name="connsiteY1" fmla="*/ 825387 h 929544"/>
                <a:gd name="connsiteX2" fmla="*/ 23796 w 1690755"/>
                <a:gd name="connsiteY2" fmla="*/ 0 h 929544"/>
                <a:gd name="connsiteX0" fmla="*/ 1667751 w 1667751"/>
                <a:gd name="connsiteY0" fmla="*/ 833479 h 939766"/>
                <a:gd name="connsiteX1" fmla="*/ 792 w 1667751"/>
                <a:gd name="connsiteY1" fmla="*/ 825387 h 939766"/>
                <a:gd name="connsiteX2" fmla="*/ 792 w 1667751"/>
                <a:gd name="connsiteY2" fmla="*/ 0 h 939766"/>
                <a:gd name="connsiteX0" fmla="*/ 1784260 w 1784260"/>
                <a:gd name="connsiteY0" fmla="*/ 954249 h 955366"/>
                <a:gd name="connsiteX1" fmla="*/ 123052 w 1784260"/>
                <a:gd name="connsiteY1" fmla="*/ 825387 h 955366"/>
                <a:gd name="connsiteX2" fmla="*/ 123052 w 1784260"/>
                <a:gd name="connsiteY2" fmla="*/ 0 h 955366"/>
                <a:gd name="connsiteX0" fmla="*/ 1666686 w 1666686"/>
                <a:gd name="connsiteY0" fmla="*/ 954249 h 1130179"/>
                <a:gd name="connsiteX1" fmla="*/ 5478 w 1666686"/>
                <a:gd name="connsiteY1" fmla="*/ 825387 h 1130179"/>
                <a:gd name="connsiteX2" fmla="*/ 5478 w 1666686"/>
                <a:gd name="connsiteY2" fmla="*/ 0 h 1130179"/>
                <a:gd name="connsiteX0" fmla="*/ 1666686 w 1666686"/>
                <a:gd name="connsiteY0" fmla="*/ 954249 h 1171458"/>
                <a:gd name="connsiteX1" fmla="*/ 5478 w 1666686"/>
                <a:gd name="connsiteY1" fmla="*/ 825387 h 1171458"/>
                <a:gd name="connsiteX2" fmla="*/ 5478 w 1666686"/>
                <a:gd name="connsiteY2" fmla="*/ 0 h 1171458"/>
                <a:gd name="connsiteX0" fmla="*/ 1666686 w 1666686"/>
                <a:gd name="connsiteY0" fmla="*/ 954249 h 1214433"/>
                <a:gd name="connsiteX1" fmla="*/ 5478 w 1666686"/>
                <a:gd name="connsiteY1" fmla="*/ 825387 h 1214433"/>
                <a:gd name="connsiteX2" fmla="*/ 5478 w 1666686"/>
                <a:gd name="connsiteY2" fmla="*/ 0 h 1214433"/>
                <a:gd name="connsiteX0" fmla="*/ 1666686 w 1666686"/>
                <a:gd name="connsiteY0" fmla="*/ 954249 h 1155250"/>
                <a:gd name="connsiteX1" fmla="*/ 5478 w 1666686"/>
                <a:gd name="connsiteY1" fmla="*/ 825387 h 1155250"/>
                <a:gd name="connsiteX2" fmla="*/ 5478 w 1666686"/>
                <a:gd name="connsiteY2" fmla="*/ 0 h 1155250"/>
                <a:gd name="connsiteX0" fmla="*/ 1666686 w 1666686"/>
                <a:gd name="connsiteY0" fmla="*/ 954249 h 1139645"/>
                <a:gd name="connsiteX1" fmla="*/ 377966 w 1666686"/>
                <a:gd name="connsiteY1" fmla="*/ 1137819 h 1139645"/>
                <a:gd name="connsiteX2" fmla="*/ 5478 w 1666686"/>
                <a:gd name="connsiteY2" fmla="*/ 825387 h 1139645"/>
                <a:gd name="connsiteX3" fmla="*/ 5478 w 1666686"/>
                <a:gd name="connsiteY3" fmla="*/ 0 h 1139645"/>
                <a:gd name="connsiteX0" fmla="*/ 1666686 w 1666686"/>
                <a:gd name="connsiteY0" fmla="*/ 954249 h 1137819"/>
                <a:gd name="connsiteX1" fmla="*/ 377966 w 1666686"/>
                <a:gd name="connsiteY1" fmla="*/ 1137819 h 1137819"/>
                <a:gd name="connsiteX2" fmla="*/ 5478 w 1666686"/>
                <a:gd name="connsiteY2" fmla="*/ 825387 h 1137819"/>
                <a:gd name="connsiteX3" fmla="*/ 5478 w 1666686"/>
                <a:gd name="connsiteY3" fmla="*/ 0 h 1137819"/>
                <a:gd name="connsiteX0" fmla="*/ 1637932 w 1637932"/>
                <a:gd name="connsiteY0" fmla="*/ 1121026 h 1137819"/>
                <a:gd name="connsiteX1" fmla="*/ 377966 w 1637932"/>
                <a:gd name="connsiteY1" fmla="*/ 1137819 h 1137819"/>
                <a:gd name="connsiteX2" fmla="*/ 5478 w 1637932"/>
                <a:gd name="connsiteY2" fmla="*/ 825387 h 1137819"/>
                <a:gd name="connsiteX3" fmla="*/ 5478 w 1637932"/>
                <a:gd name="connsiteY3" fmla="*/ 0 h 1137819"/>
                <a:gd name="connsiteX0" fmla="*/ 1639598 w 1639598"/>
                <a:gd name="connsiteY0" fmla="*/ 1121026 h 1137819"/>
                <a:gd name="connsiteX1" fmla="*/ 379632 w 1639598"/>
                <a:gd name="connsiteY1" fmla="*/ 1137819 h 1137819"/>
                <a:gd name="connsiteX2" fmla="*/ 7144 w 1639598"/>
                <a:gd name="connsiteY2" fmla="*/ 825387 h 1137819"/>
                <a:gd name="connsiteX3" fmla="*/ 7144 w 1639598"/>
                <a:gd name="connsiteY3" fmla="*/ 0 h 1137819"/>
                <a:gd name="connsiteX0" fmla="*/ 1639598 w 1639598"/>
                <a:gd name="connsiteY0" fmla="*/ 1146426 h 1146426"/>
                <a:gd name="connsiteX1" fmla="*/ 379632 w 1639598"/>
                <a:gd name="connsiteY1" fmla="*/ 1137819 h 1146426"/>
                <a:gd name="connsiteX2" fmla="*/ 7144 w 1639598"/>
                <a:gd name="connsiteY2" fmla="*/ 825387 h 1146426"/>
                <a:gd name="connsiteX3" fmla="*/ 7144 w 1639598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519 w 1632519"/>
                <a:gd name="connsiteY0" fmla="*/ 1146426 h 1146426"/>
                <a:gd name="connsiteX1" fmla="*/ 372553 w 1632519"/>
                <a:gd name="connsiteY1" fmla="*/ 1137819 h 1146426"/>
                <a:gd name="connsiteX2" fmla="*/ 65 w 1632519"/>
                <a:gd name="connsiteY2" fmla="*/ 825387 h 1146426"/>
                <a:gd name="connsiteX3" fmla="*/ 65 w 1632519"/>
                <a:gd name="connsiteY3" fmla="*/ 0 h 1146426"/>
                <a:gd name="connsiteX0" fmla="*/ 1635364 w 1635364"/>
                <a:gd name="connsiteY0" fmla="*/ 1146426 h 1146426"/>
                <a:gd name="connsiteX1" fmla="*/ 375398 w 1635364"/>
                <a:gd name="connsiteY1" fmla="*/ 1137819 h 1146426"/>
                <a:gd name="connsiteX2" fmla="*/ 2910 w 1635364"/>
                <a:gd name="connsiteY2" fmla="*/ 825387 h 1146426"/>
                <a:gd name="connsiteX3" fmla="*/ 2910 w 1635364"/>
                <a:gd name="connsiteY3" fmla="*/ 0 h 1146426"/>
                <a:gd name="connsiteX0" fmla="*/ 1635364 w 1635364"/>
                <a:gd name="connsiteY0" fmla="*/ 1133726 h 1137819"/>
                <a:gd name="connsiteX1" fmla="*/ 375398 w 1635364"/>
                <a:gd name="connsiteY1" fmla="*/ 1137819 h 1137819"/>
                <a:gd name="connsiteX2" fmla="*/ 2910 w 1635364"/>
                <a:gd name="connsiteY2" fmla="*/ 825387 h 1137819"/>
                <a:gd name="connsiteX3" fmla="*/ 2910 w 1635364"/>
                <a:gd name="connsiteY3" fmla="*/ 0 h 1137819"/>
                <a:gd name="connsiteX0" fmla="*/ 1633022 w 1633022"/>
                <a:gd name="connsiteY0" fmla="*/ 1133726 h 1137819"/>
                <a:gd name="connsiteX1" fmla="*/ 373056 w 1633022"/>
                <a:gd name="connsiteY1" fmla="*/ 1137819 h 1137819"/>
                <a:gd name="connsiteX2" fmla="*/ 568 w 1633022"/>
                <a:gd name="connsiteY2" fmla="*/ 825387 h 1137819"/>
                <a:gd name="connsiteX3" fmla="*/ 568 w 1633022"/>
                <a:gd name="connsiteY3" fmla="*/ 0 h 1137819"/>
                <a:gd name="connsiteX0" fmla="*/ 1636776 w 1636776"/>
                <a:gd name="connsiteY0" fmla="*/ 1133726 h 1137819"/>
                <a:gd name="connsiteX1" fmla="*/ 376810 w 1636776"/>
                <a:gd name="connsiteY1" fmla="*/ 1137819 h 1137819"/>
                <a:gd name="connsiteX2" fmla="*/ 4322 w 1636776"/>
                <a:gd name="connsiteY2" fmla="*/ 825387 h 1137819"/>
                <a:gd name="connsiteX3" fmla="*/ 4322 w 1636776"/>
                <a:gd name="connsiteY3" fmla="*/ 0 h 1137819"/>
                <a:gd name="connsiteX0" fmla="*/ 1632716 w 1632716"/>
                <a:gd name="connsiteY0" fmla="*/ 1133726 h 1137819"/>
                <a:gd name="connsiteX1" fmla="*/ 372750 w 1632716"/>
                <a:gd name="connsiteY1" fmla="*/ 1137819 h 1137819"/>
                <a:gd name="connsiteX2" fmla="*/ 262 w 1632716"/>
                <a:gd name="connsiteY2" fmla="*/ 825387 h 1137819"/>
                <a:gd name="connsiteX3" fmla="*/ 262 w 1632716"/>
                <a:gd name="connsiteY3" fmla="*/ 0 h 1137819"/>
                <a:gd name="connsiteX0" fmla="*/ 1632542 w 1632542"/>
                <a:gd name="connsiteY0" fmla="*/ 1133726 h 1137819"/>
                <a:gd name="connsiteX1" fmla="*/ 372576 w 1632542"/>
                <a:gd name="connsiteY1" fmla="*/ 1137819 h 1137819"/>
                <a:gd name="connsiteX2" fmla="*/ 88 w 1632542"/>
                <a:gd name="connsiteY2" fmla="*/ 825387 h 1137819"/>
                <a:gd name="connsiteX3" fmla="*/ 88 w 1632542"/>
                <a:gd name="connsiteY3" fmla="*/ 0 h 1137819"/>
                <a:gd name="connsiteX0" fmla="*/ 1626188 w 1626188"/>
                <a:gd name="connsiteY0" fmla="*/ 1143251 h 1143251"/>
                <a:gd name="connsiteX1" fmla="*/ 372576 w 1626188"/>
                <a:gd name="connsiteY1" fmla="*/ 1137819 h 1143251"/>
                <a:gd name="connsiteX2" fmla="*/ 88 w 1626188"/>
                <a:gd name="connsiteY2" fmla="*/ 825387 h 1143251"/>
                <a:gd name="connsiteX3" fmla="*/ 88 w 1626188"/>
                <a:gd name="connsiteY3" fmla="*/ 0 h 1143251"/>
                <a:gd name="connsiteX0" fmla="*/ 1626188 w 1626188"/>
                <a:gd name="connsiteY0" fmla="*/ 1130551 h 1137819"/>
                <a:gd name="connsiteX1" fmla="*/ 372576 w 1626188"/>
                <a:gd name="connsiteY1" fmla="*/ 1137819 h 1137819"/>
                <a:gd name="connsiteX2" fmla="*/ 88 w 1626188"/>
                <a:gd name="connsiteY2" fmla="*/ 825387 h 1137819"/>
                <a:gd name="connsiteX3" fmla="*/ 88 w 1626188"/>
                <a:gd name="connsiteY3" fmla="*/ 0 h 1137819"/>
                <a:gd name="connsiteX0" fmla="*/ 1626188 w 1626188"/>
                <a:gd name="connsiteY0" fmla="*/ 1140076 h 1140076"/>
                <a:gd name="connsiteX1" fmla="*/ 372576 w 1626188"/>
                <a:gd name="connsiteY1" fmla="*/ 1137819 h 1140076"/>
                <a:gd name="connsiteX2" fmla="*/ 88 w 1626188"/>
                <a:gd name="connsiteY2" fmla="*/ 825387 h 1140076"/>
                <a:gd name="connsiteX3" fmla="*/ 88 w 1626188"/>
                <a:gd name="connsiteY3" fmla="*/ 0 h 1140076"/>
                <a:gd name="connsiteX0" fmla="*/ 1619834 w 1619834"/>
                <a:gd name="connsiteY0" fmla="*/ 1127376 h 1137819"/>
                <a:gd name="connsiteX1" fmla="*/ 372576 w 1619834"/>
                <a:gd name="connsiteY1" fmla="*/ 1137819 h 1137819"/>
                <a:gd name="connsiteX2" fmla="*/ 88 w 1619834"/>
                <a:gd name="connsiteY2" fmla="*/ 825387 h 1137819"/>
                <a:gd name="connsiteX3" fmla="*/ 88 w 1619834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43251 h 1143251"/>
                <a:gd name="connsiteX1" fmla="*/ 372576 w 1642071"/>
                <a:gd name="connsiteY1" fmla="*/ 1137819 h 1143251"/>
                <a:gd name="connsiteX2" fmla="*/ 88 w 1642071"/>
                <a:gd name="connsiteY2" fmla="*/ 825387 h 1143251"/>
                <a:gd name="connsiteX3" fmla="*/ 88 w 1642071"/>
                <a:gd name="connsiteY3" fmla="*/ 0 h 1143251"/>
                <a:gd name="connsiteX0" fmla="*/ 1642071 w 1642071"/>
                <a:gd name="connsiteY0" fmla="*/ 1143251 h 1143251"/>
                <a:gd name="connsiteX1" fmla="*/ 372576 w 1642071"/>
                <a:gd name="connsiteY1" fmla="*/ 1137819 h 1143251"/>
                <a:gd name="connsiteX2" fmla="*/ 88 w 1642071"/>
                <a:gd name="connsiteY2" fmla="*/ 825387 h 1143251"/>
                <a:gd name="connsiteX3" fmla="*/ 88 w 1642071"/>
                <a:gd name="connsiteY3" fmla="*/ 0 h 1143251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68558"/>
                <a:gd name="connsiteX1" fmla="*/ 372576 w 1642071"/>
                <a:gd name="connsiteY1" fmla="*/ 1137819 h 1168558"/>
                <a:gd name="connsiteX2" fmla="*/ 88 w 1642071"/>
                <a:gd name="connsiteY2" fmla="*/ 825387 h 1168558"/>
                <a:gd name="connsiteX3" fmla="*/ 88 w 1642071"/>
                <a:gd name="connsiteY3" fmla="*/ 0 h 1168558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54448"/>
                <a:gd name="connsiteX1" fmla="*/ 372576 w 1642071"/>
                <a:gd name="connsiteY1" fmla="*/ 1137819 h 1154448"/>
                <a:gd name="connsiteX2" fmla="*/ 88 w 1642071"/>
                <a:gd name="connsiteY2" fmla="*/ 825387 h 1154448"/>
                <a:gd name="connsiteX3" fmla="*/ 88 w 1642071"/>
                <a:gd name="connsiteY3" fmla="*/ 0 h 1154448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65430"/>
                <a:gd name="connsiteX1" fmla="*/ 372576 w 1642071"/>
                <a:gd name="connsiteY1" fmla="*/ 1137819 h 1165430"/>
                <a:gd name="connsiteX2" fmla="*/ 88 w 1642071"/>
                <a:gd name="connsiteY2" fmla="*/ 825387 h 1165430"/>
                <a:gd name="connsiteX3" fmla="*/ 88 w 1642071"/>
                <a:gd name="connsiteY3" fmla="*/ 0 h 1165430"/>
                <a:gd name="connsiteX0" fmla="*/ 1642071 w 1642071"/>
                <a:gd name="connsiteY0" fmla="*/ 1136901 h 1142857"/>
                <a:gd name="connsiteX1" fmla="*/ 372576 w 1642071"/>
                <a:gd name="connsiteY1" fmla="*/ 1137819 h 1142857"/>
                <a:gd name="connsiteX2" fmla="*/ 88 w 1642071"/>
                <a:gd name="connsiteY2" fmla="*/ 825387 h 1142857"/>
                <a:gd name="connsiteX3" fmla="*/ 88 w 1642071"/>
                <a:gd name="connsiteY3" fmla="*/ 0 h 1142857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41447"/>
                <a:gd name="connsiteX1" fmla="*/ 372576 w 1642071"/>
                <a:gd name="connsiteY1" fmla="*/ 1137819 h 1141447"/>
                <a:gd name="connsiteX2" fmla="*/ 88 w 1642071"/>
                <a:gd name="connsiteY2" fmla="*/ 825387 h 1141447"/>
                <a:gd name="connsiteX3" fmla="*/ 88 w 1642071"/>
                <a:gd name="connsiteY3" fmla="*/ 0 h 1141447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2071" h="1137819">
                  <a:moveTo>
                    <a:pt x="1642071" y="1136901"/>
                  </a:moveTo>
                  <a:lnTo>
                    <a:pt x="1204355" y="1136415"/>
                  </a:lnTo>
                  <a:lnTo>
                    <a:pt x="372576" y="1137819"/>
                  </a:lnTo>
                  <a:cubicBezTo>
                    <a:pt x="95708" y="1129042"/>
                    <a:pt x="284" y="1056059"/>
                    <a:pt x="88" y="825387"/>
                  </a:cubicBezTo>
                  <a:cubicBezTo>
                    <a:pt x="-108" y="594715"/>
                    <a:pt x="88" y="275129"/>
                    <a:pt x="88" y="0"/>
                  </a:cubicBezTo>
                </a:path>
              </a:pathLst>
            </a:custGeom>
            <a:noFill/>
            <a:ln>
              <a:solidFill>
                <a:srgbClr val="2444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14AF2D3D-5E25-B41A-0FDC-54A0101007F8}"/>
                </a:ext>
              </a:extLst>
            </p:cNvPr>
            <p:cNvSpPr/>
            <p:nvPr/>
          </p:nvSpPr>
          <p:spPr>
            <a:xfrm flipH="1" flipV="1">
              <a:off x="1392864" y="1754122"/>
              <a:ext cx="1774044" cy="945480"/>
            </a:xfrm>
            <a:custGeom>
              <a:avLst/>
              <a:gdLst>
                <a:gd name="connsiteX0" fmla="*/ 1666959 w 1666959"/>
                <a:gd name="connsiteY0" fmla="*/ 833479 h 833479"/>
                <a:gd name="connsiteX1" fmla="*/ 0 w 1666959"/>
                <a:gd name="connsiteY1" fmla="*/ 825387 h 833479"/>
                <a:gd name="connsiteX2" fmla="*/ 0 w 1666959"/>
                <a:gd name="connsiteY2" fmla="*/ 0 h 833479"/>
                <a:gd name="connsiteX0" fmla="*/ 1790437 w 1790437"/>
                <a:gd name="connsiteY0" fmla="*/ 833479 h 888665"/>
                <a:gd name="connsiteX1" fmla="*/ 123478 w 1790437"/>
                <a:gd name="connsiteY1" fmla="*/ 825387 h 888665"/>
                <a:gd name="connsiteX2" fmla="*/ 123478 w 1790437"/>
                <a:gd name="connsiteY2" fmla="*/ 0 h 888665"/>
                <a:gd name="connsiteX0" fmla="*/ 1690755 w 1690755"/>
                <a:gd name="connsiteY0" fmla="*/ 833479 h 929544"/>
                <a:gd name="connsiteX1" fmla="*/ 23796 w 1690755"/>
                <a:gd name="connsiteY1" fmla="*/ 825387 h 929544"/>
                <a:gd name="connsiteX2" fmla="*/ 23796 w 1690755"/>
                <a:gd name="connsiteY2" fmla="*/ 0 h 929544"/>
                <a:gd name="connsiteX0" fmla="*/ 1667751 w 1667751"/>
                <a:gd name="connsiteY0" fmla="*/ 833479 h 939766"/>
                <a:gd name="connsiteX1" fmla="*/ 792 w 1667751"/>
                <a:gd name="connsiteY1" fmla="*/ 825387 h 939766"/>
                <a:gd name="connsiteX2" fmla="*/ 792 w 1667751"/>
                <a:gd name="connsiteY2" fmla="*/ 0 h 939766"/>
                <a:gd name="connsiteX0" fmla="*/ 1784260 w 1784260"/>
                <a:gd name="connsiteY0" fmla="*/ 954249 h 955366"/>
                <a:gd name="connsiteX1" fmla="*/ 123052 w 1784260"/>
                <a:gd name="connsiteY1" fmla="*/ 825387 h 955366"/>
                <a:gd name="connsiteX2" fmla="*/ 123052 w 1784260"/>
                <a:gd name="connsiteY2" fmla="*/ 0 h 955366"/>
                <a:gd name="connsiteX0" fmla="*/ 1666686 w 1666686"/>
                <a:gd name="connsiteY0" fmla="*/ 954249 h 1130179"/>
                <a:gd name="connsiteX1" fmla="*/ 5478 w 1666686"/>
                <a:gd name="connsiteY1" fmla="*/ 825387 h 1130179"/>
                <a:gd name="connsiteX2" fmla="*/ 5478 w 1666686"/>
                <a:gd name="connsiteY2" fmla="*/ 0 h 1130179"/>
                <a:gd name="connsiteX0" fmla="*/ 1666686 w 1666686"/>
                <a:gd name="connsiteY0" fmla="*/ 954249 h 1171458"/>
                <a:gd name="connsiteX1" fmla="*/ 5478 w 1666686"/>
                <a:gd name="connsiteY1" fmla="*/ 825387 h 1171458"/>
                <a:gd name="connsiteX2" fmla="*/ 5478 w 1666686"/>
                <a:gd name="connsiteY2" fmla="*/ 0 h 1171458"/>
                <a:gd name="connsiteX0" fmla="*/ 1666686 w 1666686"/>
                <a:gd name="connsiteY0" fmla="*/ 954249 h 1214433"/>
                <a:gd name="connsiteX1" fmla="*/ 5478 w 1666686"/>
                <a:gd name="connsiteY1" fmla="*/ 825387 h 1214433"/>
                <a:gd name="connsiteX2" fmla="*/ 5478 w 1666686"/>
                <a:gd name="connsiteY2" fmla="*/ 0 h 1214433"/>
                <a:gd name="connsiteX0" fmla="*/ 1666686 w 1666686"/>
                <a:gd name="connsiteY0" fmla="*/ 954249 h 1155250"/>
                <a:gd name="connsiteX1" fmla="*/ 5478 w 1666686"/>
                <a:gd name="connsiteY1" fmla="*/ 825387 h 1155250"/>
                <a:gd name="connsiteX2" fmla="*/ 5478 w 1666686"/>
                <a:gd name="connsiteY2" fmla="*/ 0 h 1155250"/>
                <a:gd name="connsiteX0" fmla="*/ 1666686 w 1666686"/>
                <a:gd name="connsiteY0" fmla="*/ 954249 h 1139645"/>
                <a:gd name="connsiteX1" fmla="*/ 377966 w 1666686"/>
                <a:gd name="connsiteY1" fmla="*/ 1137819 h 1139645"/>
                <a:gd name="connsiteX2" fmla="*/ 5478 w 1666686"/>
                <a:gd name="connsiteY2" fmla="*/ 825387 h 1139645"/>
                <a:gd name="connsiteX3" fmla="*/ 5478 w 1666686"/>
                <a:gd name="connsiteY3" fmla="*/ 0 h 1139645"/>
                <a:gd name="connsiteX0" fmla="*/ 1666686 w 1666686"/>
                <a:gd name="connsiteY0" fmla="*/ 954249 h 1137819"/>
                <a:gd name="connsiteX1" fmla="*/ 377966 w 1666686"/>
                <a:gd name="connsiteY1" fmla="*/ 1137819 h 1137819"/>
                <a:gd name="connsiteX2" fmla="*/ 5478 w 1666686"/>
                <a:gd name="connsiteY2" fmla="*/ 825387 h 1137819"/>
                <a:gd name="connsiteX3" fmla="*/ 5478 w 1666686"/>
                <a:gd name="connsiteY3" fmla="*/ 0 h 1137819"/>
                <a:gd name="connsiteX0" fmla="*/ 1637932 w 1637932"/>
                <a:gd name="connsiteY0" fmla="*/ 1121026 h 1137819"/>
                <a:gd name="connsiteX1" fmla="*/ 377966 w 1637932"/>
                <a:gd name="connsiteY1" fmla="*/ 1137819 h 1137819"/>
                <a:gd name="connsiteX2" fmla="*/ 5478 w 1637932"/>
                <a:gd name="connsiteY2" fmla="*/ 825387 h 1137819"/>
                <a:gd name="connsiteX3" fmla="*/ 5478 w 1637932"/>
                <a:gd name="connsiteY3" fmla="*/ 0 h 1137819"/>
                <a:gd name="connsiteX0" fmla="*/ 1639598 w 1639598"/>
                <a:gd name="connsiteY0" fmla="*/ 1121026 h 1137819"/>
                <a:gd name="connsiteX1" fmla="*/ 379632 w 1639598"/>
                <a:gd name="connsiteY1" fmla="*/ 1137819 h 1137819"/>
                <a:gd name="connsiteX2" fmla="*/ 7144 w 1639598"/>
                <a:gd name="connsiteY2" fmla="*/ 825387 h 1137819"/>
                <a:gd name="connsiteX3" fmla="*/ 7144 w 1639598"/>
                <a:gd name="connsiteY3" fmla="*/ 0 h 1137819"/>
                <a:gd name="connsiteX0" fmla="*/ 1639598 w 1639598"/>
                <a:gd name="connsiteY0" fmla="*/ 1146426 h 1146426"/>
                <a:gd name="connsiteX1" fmla="*/ 379632 w 1639598"/>
                <a:gd name="connsiteY1" fmla="*/ 1137819 h 1146426"/>
                <a:gd name="connsiteX2" fmla="*/ 7144 w 1639598"/>
                <a:gd name="connsiteY2" fmla="*/ 825387 h 1146426"/>
                <a:gd name="connsiteX3" fmla="*/ 7144 w 1639598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454 w 1632454"/>
                <a:gd name="connsiteY0" fmla="*/ 1146426 h 1146426"/>
                <a:gd name="connsiteX1" fmla="*/ 372488 w 1632454"/>
                <a:gd name="connsiteY1" fmla="*/ 1137819 h 1146426"/>
                <a:gd name="connsiteX2" fmla="*/ 0 w 1632454"/>
                <a:gd name="connsiteY2" fmla="*/ 825387 h 1146426"/>
                <a:gd name="connsiteX3" fmla="*/ 0 w 1632454"/>
                <a:gd name="connsiteY3" fmla="*/ 0 h 1146426"/>
                <a:gd name="connsiteX0" fmla="*/ 1632519 w 1632519"/>
                <a:gd name="connsiteY0" fmla="*/ 1146426 h 1146426"/>
                <a:gd name="connsiteX1" fmla="*/ 372553 w 1632519"/>
                <a:gd name="connsiteY1" fmla="*/ 1137819 h 1146426"/>
                <a:gd name="connsiteX2" fmla="*/ 65 w 1632519"/>
                <a:gd name="connsiteY2" fmla="*/ 825387 h 1146426"/>
                <a:gd name="connsiteX3" fmla="*/ 65 w 1632519"/>
                <a:gd name="connsiteY3" fmla="*/ 0 h 1146426"/>
                <a:gd name="connsiteX0" fmla="*/ 1635364 w 1635364"/>
                <a:gd name="connsiteY0" fmla="*/ 1146426 h 1146426"/>
                <a:gd name="connsiteX1" fmla="*/ 375398 w 1635364"/>
                <a:gd name="connsiteY1" fmla="*/ 1137819 h 1146426"/>
                <a:gd name="connsiteX2" fmla="*/ 2910 w 1635364"/>
                <a:gd name="connsiteY2" fmla="*/ 825387 h 1146426"/>
                <a:gd name="connsiteX3" fmla="*/ 2910 w 1635364"/>
                <a:gd name="connsiteY3" fmla="*/ 0 h 1146426"/>
                <a:gd name="connsiteX0" fmla="*/ 1635364 w 1635364"/>
                <a:gd name="connsiteY0" fmla="*/ 1133726 h 1137819"/>
                <a:gd name="connsiteX1" fmla="*/ 375398 w 1635364"/>
                <a:gd name="connsiteY1" fmla="*/ 1137819 h 1137819"/>
                <a:gd name="connsiteX2" fmla="*/ 2910 w 1635364"/>
                <a:gd name="connsiteY2" fmla="*/ 825387 h 1137819"/>
                <a:gd name="connsiteX3" fmla="*/ 2910 w 1635364"/>
                <a:gd name="connsiteY3" fmla="*/ 0 h 1137819"/>
                <a:gd name="connsiteX0" fmla="*/ 1633022 w 1633022"/>
                <a:gd name="connsiteY0" fmla="*/ 1133726 h 1137819"/>
                <a:gd name="connsiteX1" fmla="*/ 373056 w 1633022"/>
                <a:gd name="connsiteY1" fmla="*/ 1137819 h 1137819"/>
                <a:gd name="connsiteX2" fmla="*/ 568 w 1633022"/>
                <a:gd name="connsiteY2" fmla="*/ 825387 h 1137819"/>
                <a:gd name="connsiteX3" fmla="*/ 568 w 1633022"/>
                <a:gd name="connsiteY3" fmla="*/ 0 h 1137819"/>
                <a:gd name="connsiteX0" fmla="*/ 1636776 w 1636776"/>
                <a:gd name="connsiteY0" fmla="*/ 1133726 h 1137819"/>
                <a:gd name="connsiteX1" fmla="*/ 376810 w 1636776"/>
                <a:gd name="connsiteY1" fmla="*/ 1137819 h 1137819"/>
                <a:gd name="connsiteX2" fmla="*/ 4322 w 1636776"/>
                <a:gd name="connsiteY2" fmla="*/ 825387 h 1137819"/>
                <a:gd name="connsiteX3" fmla="*/ 4322 w 1636776"/>
                <a:gd name="connsiteY3" fmla="*/ 0 h 1137819"/>
                <a:gd name="connsiteX0" fmla="*/ 1632716 w 1632716"/>
                <a:gd name="connsiteY0" fmla="*/ 1133726 h 1137819"/>
                <a:gd name="connsiteX1" fmla="*/ 372750 w 1632716"/>
                <a:gd name="connsiteY1" fmla="*/ 1137819 h 1137819"/>
                <a:gd name="connsiteX2" fmla="*/ 262 w 1632716"/>
                <a:gd name="connsiteY2" fmla="*/ 825387 h 1137819"/>
                <a:gd name="connsiteX3" fmla="*/ 262 w 1632716"/>
                <a:gd name="connsiteY3" fmla="*/ 0 h 1137819"/>
                <a:gd name="connsiteX0" fmla="*/ 1632542 w 1632542"/>
                <a:gd name="connsiteY0" fmla="*/ 1133726 h 1137819"/>
                <a:gd name="connsiteX1" fmla="*/ 372576 w 1632542"/>
                <a:gd name="connsiteY1" fmla="*/ 1137819 h 1137819"/>
                <a:gd name="connsiteX2" fmla="*/ 88 w 1632542"/>
                <a:gd name="connsiteY2" fmla="*/ 825387 h 1137819"/>
                <a:gd name="connsiteX3" fmla="*/ 88 w 1632542"/>
                <a:gd name="connsiteY3" fmla="*/ 0 h 1137819"/>
                <a:gd name="connsiteX0" fmla="*/ 1626188 w 1626188"/>
                <a:gd name="connsiteY0" fmla="*/ 1143251 h 1143251"/>
                <a:gd name="connsiteX1" fmla="*/ 372576 w 1626188"/>
                <a:gd name="connsiteY1" fmla="*/ 1137819 h 1143251"/>
                <a:gd name="connsiteX2" fmla="*/ 88 w 1626188"/>
                <a:gd name="connsiteY2" fmla="*/ 825387 h 1143251"/>
                <a:gd name="connsiteX3" fmla="*/ 88 w 1626188"/>
                <a:gd name="connsiteY3" fmla="*/ 0 h 1143251"/>
                <a:gd name="connsiteX0" fmla="*/ 1626188 w 1626188"/>
                <a:gd name="connsiteY0" fmla="*/ 1130551 h 1137819"/>
                <a:gd name="connsiteX1" fmla="*/ 372576 w 1626188"/>
                <a:gd name="connsiteY1" fmla="*/ 1137819 h 1137819"/>
                <a:gd name="connsiteX2" fmla="*/ 88 w 1626188"/>
                <a:gd name="connsiteY2" fmla="*/ 825387 h 1137819"/>
                <a:gd name="connsiteX3" fmla="*/ 88 w 1626188"/>
                <a:gd name="connsiteY3" fmla="*/ 0 h 1137819"/>
                <a:gd name="connsiteX0" fmla="*/ 1626188 w 1626188"/>
                <a:gd name="connsiteY0" fmla="*/ 1140076 h 1140076"/>
                <a:gd name="connsiteX1" fmla="*/ 372576 w 1626188"/>
                <a:gd name="connsiteY1" fmla="*/ 1137819 h 1140076"/>
                <a:gd name="connsiteX2" fmla="*/ 88 w 1626188"/>
                <a:gd name="connsiteY2" fmla="*/ 825387 h 1140076"/>
                <a:gd name="connsiteX3" fmla="*/ 88 w 1626188"/>
                <a:gd name="connsiteY3" fmla="*/ 0 h 1140076"/>
                <a:gd name="connsiteX0" fmla="*/ 1619834 w 1619834"/>
                <a:gd name="connsiteY0" fmla="*/ 1127376 h 1137819"/>
                <a:gd name="connsiteX1" fmla="*/ 372576 w 1619834"/>
                <a:gd name="connsiteY1" fmla="*/ 1137819 h 1137819"/>
                <a:gd name="connsiteX2" fmla="*/ 88 w 1619834"/>
                <a:gd name="connsiteY2" fmla="*/ 825387 h 1137819"/>
                <a:gd name="connsiteX3" fmla="*/ 88 w 1619834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43251 h 1143251"/>
                <a:gd name="connsiteX1" fmla="*/ 372576 w 1642071"/>
                <a:gd name="connsiteY1" fmla="*/ 1137819 h 1143251"/>
                <a:gd name="connsiteX2" fmla="*/ 88 w 1642071"/>
                <a:gd name="connsiteY2" fmla="*/ 825387 h 1143251"/>
                <a:gd name="connsiteX3" fmla="*/ 88 w 1642071"/>
                <a:gd name="connsiteY3" fmla="*/ 0 h 1143251"/>
                <a:gd name="connsiteX0" fmla="*/ 1642071 w 1642071"/>
                <a:gd name="connsiteY0" fmla="*/ 1143251 h 1143251"/>
                <a:gd name="connsiteX1" fmla="*/ 372576 w 1642071"/>
                <a:gd name="connsiteY1" fmla="*/ 1137819 h 1143251"/>
                <a:gd name="connsiteX2" fmla="*/ 88 w 1642071"/>
                <a:gd name="connsiteY2" fmla="*/ 825387 h 1143251"/>
                <a:gd name="connsiteX3" fmla="*/ 88 w 1642071"/>
                <a:gd name="connsiteY3" fmla="*/ 0 h 1143251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68558"/>
                <a:gd name="connsiteX1" fmla="*/ 372576 w 1642071"/>
                <a:gd name="connsiteY1" fmla="*/ 1137819 h 1168558"/>
                <a:gd name="connsiteX2" fmla="*/ 88 w 1642071"/>
                <a:gd name="connsiteY2" fmla="*/ 825387 h 1168558"/>
                <a:gd name="connsiteX3" fmla="*/ 88 w 1642071"/>
                <a:gd name="connsiteY3" fmla="*/ 0 h 1168558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54448"/>
                <a:gd name="connsiteX1" fmla="*/ 372576 w 1642071"/>
                <a:gd name="connsiteY1" fmla="*/ 1137819 h 1154448"/>
                <a:gd name="connsiteX2" fmla="*/ 88 w 1642071"/>
                <a:gd name="connsiteY2" fmla="*/ 825387 h 1154448"/>
                <a:gd name="connsiteX3" fmla="*/ 88 w 1642071"/>
                <a:gd name="connsiteY3" fmla="*/ 0 h 1154448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65430"/>
                <a:gd name="connsiteX1" fmla="*/ 372576 w 1642071"/>
                <a:gd name="connsiteY1" fmla="*/ 1137819 h 1165430"/>
                <a:gd name="connsiteX2" fmla="*/ 88 w 1642071"/>
                <a:gd name="connsiteY2" fmla="*/ 825387 h 1165430"/>
                <a:gd name="connsiteX3" fmla="*/ 88 w 1642071"/>
                <a:gd name="connsiteY3" fmla="*/ 0 h 1165430"/>
                <a:gd name="connsiteX0" fmla="*/ 1642071 w 1642071"/>
                <a:gd name="connsiteY0" fmla="*/ 1136901 h 1142857"/>
                <a:gd name="connsiteX1" fmla="*/ 372576 w 1642071"/>
                <a:gd name="connsiteY1" fmla="*/ 1137819 h 1142857"/>
                <a:gd name="connsiteX2" fmla="*/ 88 w 1642071"/>
                <a:gd name="connsiteY2" fmla="*/ 825387 h 1142857"/>
                <a:gd name="connsiteX3" fmla="*/ 88 w 1642071"/>
                <a:gd name="connsiteY3" fmla="*/ 0 h 1142857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41447"/>
                <a:gd name="connsiteX1" fmla="*/ 372576 w 1642071"/>
                <a:gd name="connsiteY1" fmla="*/ 1137819 h 1141447"/>
                <a:gd name="connsiteX2" fmla="*/ 88 w 1642071"/>
                <a:gd name="connsiteY2" fmla="*/ 825387 h 1141447"/>
                <a:gd name="connsiteX3" fmla="*/ 88 w 1642071"/>
                <a:gd name="connsiteY3" fmla="*/ 0 h 1141447"/>
                <a:gd name="connsiteX0" fmla="*/ 1642071 w 1642071"/>
                <a:gd name="connsiteY0" fmla="*/ 1136901 h 1137819"/>
                <a:gd name="connsiteX1" fmla="*/ 372576 w 1642071"/>
                <a:gd name="connsiteY1" fmla="*/ 1137819 h 1137819"/>
                <a:gd name="connsiteX2" fmla="*/ 88 w 1642071"/>
                <a:gd name="connsiteY2" fmla="*/ 825387 h 1137819"/>
                <a:gd name="connsiteX3" fmla="*/ 88 w 1642071"/>
                <a:gd name="connsiteY3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  <a:gd name="connsiteX0" fmla="*/ 1642071 w 1642071"/>
                <a:gd name="connsiteY0" fmla="*/ 1136901 h 1137819"/>
                <a:gd name="connsiteX1" fmla="*/ 1204355 w 1642071"/>
                <a:gd name="connsiteY1" fmla="*/ 1136415 h 1137819"/>
                <a:gd name="connsiteX2" fmla="*/ 372576 w 1642071"/>
                <a:gd name="connsiteY2" fmla="*/ 1137819 h 1137819"/>
                <a:gd name="connsiteX3" fmla="*/ 88 w 1642071"/>
                <a:gd name="connsiteY3" fmla="*/ 825387 h 1137819"/>
                <a:gd name="connsiteX4" fmla="*/ 88 w 1642071"/>
                <a:gd name="connsiteY4" fmla="*/ 0 h 1137819"/>
                <a:gd name="connsiteX0" fmla="*/ 2014725 w 2014725"/>
                <a:gd name="connsiteY0" fmla="*/ 1142779 h 1143697"/>
                <a:gd name="connsiteX1" fmla="*/ 1577009 w 2014725"/>
                <a:gd name="connsiteY1" fmla="*/ 1142293 h 1143697"/>
                <a:gd name="connsiteX2" fmla="*/ 745230 w 2014725"/>
                <a:gd name="connsiteY2" fmla="*/ 1143697 h 1143697"/>
                <a:gd name="connsiteX3" fmla="*/ 372742 w 2014725"/>
                <a:gd name="connsiteY3" fmla="*/ 831265 h 1143697"/>
                <a:gd name="connsiteX4" fmla="*/ 0 w 2014725"/>
                <a:gd name="connsiteY4" fmla="*/ 0 h 1143697"/>
                <a:gd name="connsiteX0" fmla="*/ 1760310 w 1760310"/>
                <a:gd name="connsiteY0" fmla="*/ 888198 h 889116"/>
                <a:gd name="connsiteX1" fmla="*/ 1322594 w 1760310"/>
                <a:gd name="connsiteY1" fmla="*/ 887712 h 889116"/>
                <a:gd name="connsiteX2" fmla="*/ 490815 w 1760310"/>
                <a:gd name="connsiteY2" fmla="*/ 889116 h 889116"/>
                <a:gd name="connsiteX3" fmla="*/ 118327 w 1760310"/>
                <a:gd name="connsiteY3" fmla="*/ 576684 h 889116"/>
                <a:gd name="connsiteX4" fmla="*/ 0 w 1760310"/>
                <a:gd name="connsiteY4" fmla="*/ 0 h 889116"/>
                <a:gd name="connsiteX0" fmla="*/ 1760310 w 1760310"/>
                <a:gd name="connsiteY0" fmla="*/ 888198 h 889116"/>
                <a:gd name="connsiteX1" fmla="*/ 1322594 w 1760310"/>
                <a:gd name="connsiteY1" fmla="*/ 887712 h 889116"/>
                <a:gd name="connsiteX2" fmla="*/ 490815 w 1760310"/>
                <a:gd name="connsiteY2" fmla="*/ 889116 h 889116"/>
                <a:gd name="connsiteX3" fmla="*/ 118327 w 1760310"/>
                <a:gd name="connsiteY3" fmla="*/ 576684 h 889116"/>
                <a:gd name="connsiteX4" fmla="*/ 0 w 1760310"/>
                <a:gd name="connsiteY4" fmla="*/ 0 h 889116"/>
                <a:gd name="connsiteX0" fmla="*/ 1760310 w 1760310"/>
                <a:gd name="connsiteY0" fmla="*/ 888198 h 889116"/>
                <a:gd name="connsiteX1" fmla="*/ 1322594 w 1760310"/>
                <a:gd name="connsiteY1" fmla="*/ 887712 h 889116"/>
                <a:gd name="connsiteX2" fmla="*/ 490815 w 1760310"/>
                <a:gd name="connsiteY2" fmla="*/ 889116 h 889116"/>
                <a:gd name="connsiteX3" fmla="*/ 118327 w 1760310"/>
                <a:gd name="connsiteY3" fmla="*/ 576684 h 889116"/>
                <a:gd name="connsiteX4" fmla="*/ 0 w 1760310"/>
                <a:gd name="connsiteY4" fmla="*/ 0 h 889116"/>
                <a:gd name="connsiteX0" fmla="*/ 1760310 w 1760310"/>
                <a:gd name="connsiteY0" fmla="*/ 888198 h 889116"/>
                <a:gd name="connsiteX1" fmla="*/ 1322594 w 1760310"/>
                <a:gd name="connsiteY1" fmla="*/ 887712 h 889116"/>
                <a:gd name="connsiteX2" fmla="*/ 490815 w 1760310"/>
                <a:gd name="connsiteY2" fmla="*/ 889116 h 889116"/>
                <a:gd name="connsiteX3" fmla="*/ 118327 w 1760310"/>
                <a:gd name="connsiteY3" fmla="*/ 576684 h 889116"/>
                <a:gd name="connsiteX4" fmla="*/ 0 w 1760310"/>
                <a:gd name="connsiteY4" fmla="*/ 0 h 889116"/>
                <a:gd name="connsiteX0" fmla="*/ 1760310 w 1760310"/>
                <a:gd name="connsiteY0" fmla="*/ 888198 h 889116"/>
                <a:gd name="connsiteX1" fmla="*/ 1322594 w 1760310"/>
                <a:gd name="connsiteY1" fmla="*/ 887712 h 889116"/>
                <a:gd name="connsiteX2" fmla="*/ 490815 w 1760310"/>
                <a:gd name="connsiteY2" fmla="*/ 889116 h 889116"/>
                <a:gd name="connsiteX3" fmla="*/ 118327 w 1760310"/>
                <a:gd name="connsiteY3" fmla="*/ 576684 h 889116"/>
                <a:gd name="connsiteX4" fmla="*/ 0 w 1760310"/>
                <a:gd name="connsiteY4" fmla="*/ 0 h 88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0310" h="889116">
                  <a:moveTo>
                    <a:pt x="1760310" y="888198"/>
                  </a:moveTo>
                  <a:lnTo>
                    <a:pt x="1322594" y="887712"/>
                  </a:lnTo>
                  <a:lnTo>
                    <a:pt x="490815" y="889116"/>
                  </a:lnTo>
                  <a:cubicBezTo>
                    <a:pt x="213947" y="880339"/>
                    <a:pt x="160989" y="735054"/>
                    <a:pt x="118327" y="576684"/>
                  </a:cubicBezTo>
                  <a:cubicBezTo>
                    <a:pt x="75665" y="418314"/>
                    <a:pt x="44033" y="271734"/>
                    <a:pt x="0" y="0"/>
                  </a:cubicBezTo>
                </a:path>
              </a:pathLst>
            </a:custGeom>
            <a:noFill/>
            <a:ln>
              <a:solidFill>
                <a:srgbClr val="2444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EB05841-40C8-2428-3F89-B0E2E59988B9}"/>
                </a:ext>
              </a:extLst>
            </p:cNvPr>
            <p:cNvGrpSpPr/>
            <p:nvPr/>
          </p:nvGrpSpPr>
          <p:grpSpPr>
            <a:xfrm>
              <a:off x="928738" y="1981888"/>
              <a:ext cx="1914073" cy="1682200"/>
              <a:chOff x="928738" y="1981888"/>
              <a:chExt cx="1914073" cy="1682200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5340E11-70DD-D134-CC3F-CA0ED1BD3B7D}"/>
                  </a:ext>
                </a:extLst>
              </p:cNvPr>
              <p:cNvSpPr txBox="1"/>
              <p:nvPr/>
            </p:nvSpPr>
            <p:spPr>
              <a:xfrm>
                <a:off x="955022" y="2586870"/>
                <a:ext cx="1887789" cy="107721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/>
                <a:r>
                  <a:rPr lang="en-US" sz="1600">
                    <a:latin typeface="Outfit"/>
                  </a:rPr>
                  <a:t>Predicting HbA1c and Diagnosing Diabetes</a:t>
                </a:r>
              </a:p>
              <a:p>
                <a:pPr algn="ctr"/>
                <a:r>
                  <a:rPr lang="en-US" sz="1600">
                    <a:latin typeface="Outfit"/>
                  </a:rPr>
                  <a:t>Validity of ANNs</a:t>
                </a:r>
                <a:endParaRPr lang="en-US" sz="1600">
                  <a:latin typeface="Outfit" pitchFamily="2" charset="0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73E481B-E794-7BBF-9CCD-65EB3D1A2024}"/>
                  </a:ext>
                </a:extLst>
              </p:cNvPr>
              <p:cNvSpPr txBox="1"/>
              <p:nvPr/>
            </p:nvSpPr>
            <p:spPr>
              <a:xfrm>
                <a:off x="1117995" y="1981888"/>
                <a:ext cx="1213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>
                    <a:latin typeface="Outfit" pitchFamily="2" charset="0"/>
                  </a:rPr>
                  <a:t>Objective</a:t>
                </a:r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1D9BF088-92C2-CDE7-EF00-6B4BC53E92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8738" y="2484260"/>
                <a:ext cx="1625924" cy="898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DFBBA9-230F-5F5B-9E29-50A6D0F482D4}"/>
              </a:ext>
            </a:extLst>
          </p:cNvPr>
          <p:cNvGrpSpPr/>
          <p:nvPr/>
        </p:nvGrpSpPr>
        <p:grpSpPr>
          <a:xfrm>
            <a:off x="2851409" y="2699603"/>
            <a:ext cx="690050" cy="288915"/>
            <a:chOff x="2851409" y="2699603"/>
            <a:chExt cx="690050" cy="28891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5B3E681-85F4-C48C-FC03-200F146D89C8}"/>
                </a:ext>
              </a:extLst>
            </p:cNvPr>
            <p:cNvSpPr/>
            <p:nvPr/>
          </p:nvSpPr>
          <p:spPr>
            <a:xfrm>
              <a:off x="2851409" y="2699603"/>
              <a:ext cx="683624" cy="2889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88900" dist="38100" dir="54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BD2C018-5220-92D0-A014-FFF4183F383D}"/>
                </a:ext>
              </a:extLst>
            </p:cNvPr>
            <p:cNvSpPr/>
            <p:nvPr/>
          </p:nvSpPr>
          <p:spPr>
            <a:xfrm rot="10800000">
              <a:off x="2857835" y="2699603"/>
              <a:ext cx="683624" cy="2889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88900" dist="38100" dir="162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330E632-3D96-068E-C9F0-365D498E948F}"/>
              </a:ext>
            </a:extLst>
          </p:cNvPr>
          <p:cNvSpPr txBox="1"/>
          <p:nvPr/>
        </p:nvSpPr>
        <p:spPr>
          <a:xfrm>
            <a:off x="8253631" y="-44414"/>
            <a:ext cx="899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Outfit" pitchFamily="2" charset="0"/>
              </a:rPr>
              <a:t>Matthew</a:t>
            </a:r>
          </a:p>
        </p:txBody>
      </p:sp>
    </p:spTree>
    <p:extLst>
      <p:ext uri="{BB962C8B-B14F-4D97-AF65-F5344CB8AC3E}">
        <p14:creationId xmlns:p14="http://schemas.microsoft.com/office/powerpoint/2010/main" val="934946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1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9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32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097FB-BCC7-8D42-F89F-7EBFC0C8C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29768"/>
            <a:ext cx="7704000" cy="57270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DAC595-8328-4419-641C-D89D62B68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694944" cy="69494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63FE8A-5D99-CA49-9E0C-BF31CE2925D0}"/>
              </a:ext>
            </a:extLst>
          </p:cNvPr>
          <p:cNvCxnSpPr>
            <a:cxnSpLocks/>
          </p:cNvCxnSpPr>
          <p:nvPr/>
        </p:nvCxnSpPr>
        <p:spPr>
          <a:xfrm>
            <a:off x="1143000" y="1014984"/>
            <a:ext cx="108983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graph of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5CA73990-9242-16A6-A90B-FD46F0D7A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3" y="2013995"/>
            <a:ext cx="4279772" cy="2989295"/>
          </a:xfrm>
          <a:prstGeom prst="rect">
            <a:avLst/>
          </a:prstGeom>
        </p:spPr>
      </p:pic>
      <p:pic>
        <p:nvPicPr>
          <p:cNvPr id="3" name="Picture 2" descr="A graph of a bar graph&#10;&#10;Description automatically generated">
            <a:extLst>
              <a:ext uri="{FF2B5EF4-FFF2-40B4-BE49-F238E27FC236}">
                <a16:creationId xmlns:a16="http://schemas.microsoft.com/office/drawing/2014/main" id="{838B9C74-F55E-7562-E903-0C214CD70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2013995"/>
            <a:ext cx="4279772" cy="298929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781031B-CA26-324D-33EA-17162C1072A5}"/>
              </a:ext>
            </a:extLst>
          </p:cNvPr>
          <p:cNvGrpSpPr/>
          <p:nvPr/>
        </p:nvGrpSpPr>
        <p:grpSpPr>
          <a:xfrm>
            <a:off x="491615" y="1114348"/>
            <a:ext cx="3342972" cy="373842"/>
            <a:chOff x="491615" y="1114348"/>
            <a:chExt cx="3342972" cy="373842"/>
          </a:xfrm>
        </p:grpSpPr>
        <p:sp>
          <p:nvSpPr>
            <p:cNvPr id="11" name="Round Same Side Corner Rectangle 10">
              <a:extLst>
                <a:ext uri="{FF2B5EF4-FFF2-40B4-BE49-F238E27FC236}">
                  <a16:creationId xmlns:a16="http://schemas.microsoft.com/office/drawing/2014/main" id="{80CCCADA-EEBA-9FB3-B184-A8C38F54F022}"/>
                </a:ext>
              </a:extLst>
            </p:cNvPr>
            <p:cNvSpPr/>
            <p:nvPr/>
          </p:nvSpPr>
          <p:spPr>
            <a:xfrm rot="5400000">
              <a:off x="1976180" y="-370217"/>
              <a:ext cx="373842" cy="3342972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1DC65BA-CAE7-2536-2D83-98E7069901BD}"/>
                </a:ext>
              </a:extLst>
            </p:cNvPr>
            <p:cNvSpPr/>
            <p:nvPr/>
          </p:nvSpPr>
          <p:spPr>
            <a:xfrm>
              <a:off x="530943" y="1153680"/>
              <a:ext cx="301752" cy="3017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08F0C16-F48A-437B-857D-EBF02BB7F22F}"/>
                </a:ext>
              </a:extLst>
            </p:cNvPr>
            <p:cNvSpPr txBox="1"/>
            <p:nvPr/>
          </p:nvSpPr>
          <p:spPr>
            <a:xfrm>
              <a:off x="1539675" y="1144283"/>
              <a:ext cx="14991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Outfit" pitchFamily="2" charset="0"/>
                </a:rPr>
                <a:t>No Missing Data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9F9BFEF-DC79-829C-FAEA-8BFECE83F7EF}"/>
              </a:ext>
            </a:extLst>
          </p:cNvPr>
          <p:cNvGrpSpPr/>
          <p:nvPr/>
        </p:nvGrpSpPr>
        <p:grpSpPr>
          <a:xfrm>
            <a:off x="5034116" y="1114348"/>
            <a:ext cx="3342971" cy="373842"/>
            <a:chOff x="5034116" y="1114348"/>
            <a:chExt cx="3342971" cy="373842"/>
          </a:xfrm>
        </p:grpSpPr>
        <p:sp>
          <p:nvSpPr>
            <p:cNvPr id="9" name="Round Same Side Corner Rectangle 8">
              <a:extLst>
                <a:ext uri="{FF2B5EF4-FFF2-40B4-BE49-F238E27FC236}">
                  <a16:creationId xmlns:a16="http://schemas.microsoft.com/office/drawing/2014/main" id="{222CF502-8066-E852-DA97-1807181C829F}"/>
                </a:ext>
              </a:extLst>
            </p:cNvPr>
            <p:cNvSpPr/>
            <p:nvPr/>
          </p:nvSpPr>
          <p:spPr>
            <a:xfrm rot="5400000">
              <a:off x="6518681" y="-370217"/>
              <a:ext cx="373842" cy="3342971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E64DE24-EE8D-EA43-1E21-0D71480B2218}"/>
                </a:ext>
              </a:extLst>
            </p:cNvPr>
            <p:cNvSpPr/>
            <p:nvPr/>
          </p:nvSpPr>
          <p:spPr>
            <a:xfrm>
              <a:off x="5083279" y="1153680"/>
              <a:ext cx="301752" cy="3017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B9BFCBF-0B0D-4EB7-9C32-0182088D0FB9}"/>
                </a:ext>
              </a:extLst>
            </p:cNvPr>
            <p:cNvSpPr txBox="1"/>
            <p:nvPr/>
          </p:nvSpPr>
          <p:spPr>
            <a:xfrm>
              <a:off x="5612273" y="1144283"/>
              <a:ext cx="25154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Outfit" pitchFamily="2" charset="0"/>
                </a:rPr>
                <a:t>Approximately </a:t>
              </a:r>
              <a:r>
                <a:rPr lang="en-US" b="1">
                  <a:latin typeface="Outfit" pitchFamily="2" charset="0"/>
                </a:rPr>
                <a:t>8% </a:t>
              </a:r>
              <a:r>
                <a:rPr lang="en-US">
                  <a:latin typeface="Outfit" pitchFamily="2" charset="0"/>
                </a:rPr>
                <a:t>Duplicates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CED6F9E-77EE-F23E-BFDF-5EF527E92F59}"/>
              </a:ext>
            </a:extLst>
          </p:cNvPr>
          <p:cNvGrpSpPr/>
          <p:nvPr/>
        </p:nvGrpSpPr>
        <p:grpSpPr>
          <a:xfrm>
            <a:off x="491615" y="1551670"/>
            <a:ext cx="3342970" cy="373842"/>
            <a:chOff x="491615" y="1551670"/>
            <a:chExt cx="3342970" cy="373842"/>
          </a:xfrm>
        </p:grpSpPr>
        <p:sp>
          <p:nvSpPr>
            <p:cNvPr id="12" name="Round Same Side Corner Rectangle 11">
              <a:extLst>
                <a:ext uri="{FF2B5EF4-FFF2-40B4-BE49-F238E27FC236}">
                  <a16:creationId xmlns:a16="http://schemas.microsoft.com/office/drawing/2014/main" id="{5BBAFFE8-6830-E2C4-8B4F-0725EE5C146C}"/>
                </a:ext>
              </a:extLst>
            </p:cNvPr>
            <p:cNvSpPr/>
            <p:nvPr/>
          </p:nvSpPr>
          <p:spPr>
            <a:xfrm rot="5400000">
              <a:off x="1976179" y="67106"/>
              <a:ext cx="373842" cy="3342970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782E49D-B9AA-D6EC-02F8-E678B20A12C4}"/>
                </a:ext>
              </a:extLst>
            </p:cNvPr>
            <p:cNvSpPr/>
            <p:nvPr/>
          </p:nvSpPr>
          <p:spPr>
            <a:xfrm>
              <a:off x="530943" y="1586300"/>
              <a:ext cx="301752" cy="3017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88B0D64-975B-4E83-440E-B1B30726DAAF}"/>
                </a:ext>
              </a:extLst>
            </p:cNvPr>
            <p:cNvSpPr txBox="1"/>
            <p:nvPr/>
          </p:nvSpPr>
          <p:spPr>
            <a:xfrm>
              <a:off x="843170" y="1583286"/>
              <a:ext cx="28921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Outfit" pitchFamily="2" charset="0"/>
                </a:rPr>
                <a:t>Class Imbalance Categorical Data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F91147A-C0C5-C123-3CB9-157B17DA6744}"/>
              </a:ext>
            </a:extLst>
          </p:cNvPr>
          <p:cNvGrpSpPr/>
          <p:nvPr/>
        </p:nvGrpSpPr>
        <p:grpSpPr>
          <a:xfrm>
            <a:off x="5034117" y="1551670"/>
            <a:ext cx="3342970" cy="373842"/>
            <a:chOff x="5034117" y="1551670"/>
            <a:chExt cx="3342970" cy="373842"/>
          </a:xfrm>
        </p:grpSpPr>
        <p:sp>
          <p:nvSpPr>
            <p:cNvPr id="10" name="Round Same Side Corner Rectangle 9">
              <a:extLst>
                <a:ext uri="{FF2B5EF4-FFF2-40B4-BE49-F238E27FC236}">
                  <a16:creationId xmlns:a16="http://schemas.microsoft.com/office/drawing/2014/main" id="{863F3417-76E0-B628-DB53-33018B893D86}"/>
                </a:ext>
              </a:extLst>
            </p:cNvPr>
            <p:cNvSpPr/>
            <p:nvPr/>
          </p:nvSpPr>
          <p:spPr>
            <a:xfrm rot="5400000">
              <a:off x="6518681" y="67106"/>
              <a:ext cx="373842" cy="3342970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65ECCA-F3A2-3E96-B846-4105770785C3}"/>
                </a:ext>
              </a:extLst>
            </p:cNvPr>
            <p:cNvSpPr/>
            <p:nvPr/>
          </p:nvSpPr>
          <p:spPr>
            <a:xfrm>
              <a:off x="5083279" y="1586299"/>
              <a:ext cx="301752" cy="3017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AEFF824-1C19-5B7C-B80A-7286DB458A01}"/>
                </a:ext>
              </a:extLst>
            </p:cNvPr>
            <p:cNvSpPr txBox="1"/>
            <p:nvPr/>
          </p:nvSpPr>
          <p:spPr>
            <a:xfrm>
              <a:off x="5423119" y="1583286"/>
              <a:ext cx="28632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Outfit" pitchFamily="2" charset="0"/>
                </a:rPr>
                <a:t>Right-Skewed Numerical Variable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2D73D56-3D48-B4FC-CDC7-BE3011F664C4}"/>
              </a:ext>
            </a:extLst>
          </p:cNvPr>
          <p:cNvSpPr txBox="1"/>
          <p:nvPr/>
        </p:nvSpPr>
        <p:spPr>
          <a:xfrm>
            <a:off x="8657587" y="-49238"/>
            <a:ext cx="495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Outfit" pitchFamily="2" charset="0"/>
              </a:rPr>
              <a:t>Ray</a:t>
            </a:r>
          </a:p>
        </p:txBody>
      </p:sp>
    </p:spTree>
    <p:extLst>
      <p:ext uri="{BB962C8B-B14F-4D97-AF65-F5344CB8AC3E}">
        <p14:creationId xmlns:p14="http://schemas.microsoft.com/office/powerpoint/2010/main" val="349685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6DCE86-8F47-9BB8-1733-D8DD4A6D7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694944" cy="69494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2CD25CA-DD9B-A0E5-2FFB-35A94674C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48056"/>
            <a:ext cx="7704000" cy="57270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HbA1c Levels Prediction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FF04B2-D3AE-9DD4-5693-FC31A60E8CB2}"/>
              </a:ext>
            </a:extLst>
          </p:cNvPr>
          <p:cNvCxnSpPr>
            <a:cxnSpLocks/>
          </p:cNvCxnSpPr>
          <p:nvPr/>
        </p:nvCxnSpPr>
        <p:spPr>
          <a:xfrm>
            <a:off x="1143000" y="1011612"/>
            <a:ext cx="19202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000B029-8316-20BD-1A1A-AFD59C2AEBB7}"/>
              </a:ext>
            </a:extLst>
          </p:cNvPr>
          <p:cNvSpPr txBox="1"/>
          <p:nvPr/>
        </p:nvSpPr>
        <p:spPr>
          <a:xfrm>
            <a:off x="1530478" y="4713201"/>
            <a:ext cx="608304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Outfit" pitchFamily="2" charset="0"/>
              </a:rPr>
              <a:t>Chosen Model, RMSE = 1.041, MAE = 0.875, R-Squared = 6.5%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74F99E-3F66-94C9-037E-2045174CB85E}"/>
              </a:ext>
            </a:extLst>
          </p:cNvPr>
          <p:cNvSpPr/>
          <p:nvPr/>
        </p:nvSpPr>
        <p:spPr>
          <a:xfrm>
            <a:off x="1491596" y="4713201"/>
            <a:ext cx="6160808" cy="307777"/>
          </a:xfrm>
          <a:prstGeom prst="rect">
            <a:avLst/>
          </a:prstGeom>
          <a:noFill/>
          <a:ln>
            <a:solidFill>
              <a:srgbClr val="93C5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215B65-395E-14C0-D5AB-DD142FCEBA2B}"/>
              </a:ext>
            </a:extLst>
          </p:cNvPr>
          <p:cNvSpPr txBox="1"/>
          <p:nvPr/>
        </p:nvSpPr>
        <p:spPr>
          <a:xfrm>
            <a:off x="8657587" y="-49238"/>
            <a:ext cx="495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Outfit" pitchFamily="2" charset="0"/>
              </a:rPr>
              <a:t>Ray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D23F50-451C-24D0-4542-DE08BC349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60752"/>
              </p:ext>
            </p:extLst>
          </p:nvPr>
        </p:nvGraphicFramePr>
        <p:xfrm>
          <a:off x="282113" y="1210273"/>
          <a:ext cx="8579774" cy="3413760"/>
        </p:xfrm>
        <a:graphic>
          <a:graphicData uri="http://schemas.openxmlformats.org/drawingml/2006/table">
            <a:tbl>
              <a:tblPr firstRow="1" bandRow="1">
                <a:tableStyleId>{21FA9783-7749-462E-A58D-64B99FE4ACD1}</a:tableStyleId>
              </a:tblPr>
              <a:tblGrid>
                <a:gridCol w="1325363">
                  <a:extLst>
                    <a:ext uri="{9D8B030D-6E8A-4147-A177-3AD203B41FA5}">
                      <a16:colId xmlns:a16="http://schemas.microsoft.com/office/drawing/2014/main" val="740122921"/>
                    </a:ext>
                  </a:extLst>
                </a:gridCol>
                <a:gridCol w="3416300">
                  <a:extLst>
                    <a:ext uri="{9D8B030D-6E8A-4147-A177-3AD203B41FA5}">
                      <a16:colId xmlns:a16="http://schemas.microsoft.com/office/drawing/2014/main" val="1336571539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187639865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85915034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994980311"/>
                    </a:ext>
                  </a:extLst>
                </a:gridCol>
                <a:gridCol w="988784">
                  <a:extLst>
                    <a:ext uri="{9D8B030D-6E8A-4147-A177-3AD203B41FA5}">
                      <a16:colId xmlns:a16="http://schemas.microsoft.com/office/drawing/2014/main" val="3439035239"/>
                    </a:ext>
                  </a:extLst>
                </a:gridCol>
                <a:gridCol w="1122127">
                  <a:extLst>
                    <a:ext uri="{9D8B030D-6E8A-4147-A177-3AD203B41FA5}">
                      <a16:colId xmlns:a16="http://schemas.microsoft.com/office/drawing/2014/main" val="3990038276"/>
                    </a:ext>
                  </a:extLst>
                </a:gridCol>
              </a:tblGrid>
              <a:tr h="213891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Outfit" pitchFamily="2" charset="0"/>
                        </a:rPr>
                        <a:t>ANN Model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>
                        <a:latin typeface="Outfit" pitchFamily="2" charset="0"/>
                      </a:endParaRP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utfit" pitchFamily="2" charset="0"/>
                        </a:rPr>
                        <a:t>RMSE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utfit" pitchFamily="2" charset="0"/>
                        </a:rPr>
                        <a:t>MAE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utfit" pitchFamily="2" charset="0"/>
                        </a:rPr>
                        <a:t>R2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utfit" pitchFamily="2" charset="0"/>
                        </a:rPr>
                        <a:t>Imp vs Mean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utfit" pitchFamily="2" charset="0"/>
                        </a:rPr>
                        <a:t>Imp vs Median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494509"/>
                  </a:ext>
                </a:extLst>
              </a:tr>
              <a:tr h="213891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Outfit" pitchFamily="2" charset="0"/>
                        </a:rPr>
                        <a:t>Original Model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Outfit" pitchFamily="2" charset="0"/>
                        </a:rPr>
                        <a:t>age + </a:t>
                      </a:r>
                      <a:r>
                        <a:rPr lang="en-US" sz="1000" b="1" err="1">
                          <a:latin typeface="Outfit" pitchFamily="2" charset="0"/>
                        </a:rPr>
                        <a:t>bmi</a:t>
                      </a:r>
                      <a:r>
                        <a:rPr lang="en-US" sz="1000" b="1">
                          <a:latin typeface="Outfit" pitchFamily="2" charset="0"/>
                        </a:rPr>
                        <a:t> + blood glucose level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Outfit" pitchFamily="2" charset="0"/>
                        </a:rPr>
                        <a:t>1.042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Outfit" pitchFamily="2" charset="0"/>
                        </a:rPr>
                        <a:t>0.876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Outfit" pitchFamily="2" charset="0"/>
                        </a:rPr>
                        <a:t>0.064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Outfit" pitchFamily="2" charset="0"/>
                        </a:rPr>
                        <a:t>6.4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Outfit" pitchFamily="2" charset="0"/>
                        </a:rPr>
                        <a:t>11.8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171480"/>
                  </a:ext>
                </a:extLst>
              </a:tr>
              <a:tr h="213891">
                <a:tc>
                  <a:txBody>
                    <a:bodyPr/>
                    <a:lstStyle/>
                    <a:p>
                      <a:r>
                        <a:rPr lang="en-US" sz="1000">
                          <a:latin typeface="Outfit" pitchFamily="2" charset="0"/>
                        </a:rPr>
                        <a:t>Adding Features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utfit" pitchFamily="2" charset="0"/>
                        </a:rPr>
                        <a:t>smoking history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1.043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0.878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utfit" pitchFamily="2" charset="0"/>
                        </a:rPr>
                        <a:t>0.061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6.1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11.6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071885"/>
                  </a:ext>
                </a:extLst>
              </a:tr>
              <a:tr h="213891">
                <a:tc>
                  <a:txBody>
                    <a:bodyPr/>
                    <a:lstStyle/>
                    <a:p>
                      <a:endParaRPr lang="en-US" sz="1000">
                        <a:latin typeface="Outfit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utfit" pitchFamily="2" charset="0"/>
                        </a:rPr>
                        <a:t>smoking history + heart disease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1.043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0.873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>
                          <a:latin typeface="Outfit" pitchFamily="2" charset="0"/>
                        </a:rPr>
                        <a:t>0.062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6.2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11.7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483138"/>
                  </a:ext>
                </a:extLst>
              </a:tr>
              <a:tr h="213891">
                <a:tc>
                  <a:txBody>
                    <a:bodyPr/>
                    <a:lstStyle/>
                    <a:p>
                      <a:endParaRPr lang="en-US" sz="1000">
                        <a:latin typeface="Outfit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>
                          <a:latin typeface="Outfit" pitchFamily="2" charset="0"/>
                        </a:rPr>
                        <a:t>smoking history + heart disease + hypertension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1.042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0.876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0.063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6.3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11.7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835577"/>
                  </a:ext>
                </a:extLst>
              </a:tr>
              <a:tr h="213891">
                <a:tc>
                  <a:txBody>
                    <a:bodyPr/>
                    <a:lstStyle/>
                    <a:p>
                      <a:endParaRPr lang="en-US" sz="1000">
                        <a:latin typeface="Outfit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>
                          <a:latin typeface="Outfit" pitchFamily="2" charset="0"/>
                        </a:rPr>
                        <a:t>smoking history + heart disease + hypertension + gender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1.042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0.874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0.063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6.3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11.8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493147"/>
                  </a:ext>
                </a:extLst>
              </a:tr>
              <a:tr h="213891">
                <a:tc>
                  <a:txBody>
                    <a:bodyPr/>
                    <a:lstStyle/>
                    <a:p>
                      <a:endParaRPr lang="en-US" sz="1000">
                        <a:latin typeface="Outfit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utfit" pitchFamily="2" charset="0"/>
                        </a:rPr>
                        <a:t>heart disease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1.040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0.876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0.066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6.6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12.1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061729"/>
                  </a:ext>
                </a:extLst>
              </a:tr>
              <a:tr h="213891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Outfit" pitchFamily="2" charset="0"/>
                        </a:rPr>
                        <a:t>Best Model</a:t>
                      </a:r>
                    </a:p>
                  </a:txBody>
                  <a:tcPr>
                    <a:solidFill>
                      <a:srgbClr val="93C5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Outfit" pitchFamily="2" charset="0"/>
                        </a:rPr>
                        <a:t>heart disease + hypertension</a:t>
                      </a:r>
                    </a:p>
                  </a:txBody>
                  <a:tcPr>
                    <a:solidFill>
                      <a:srgbClr val="93C5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1.041</a:t>
                      </a:r>
                    </a:p>
                  </a:txBody>
                  <a:tcPr>
                    <a:solidFill>
                      <a:srgbClr val="93C5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0.875</a:t>
                      </a:r>
                    </a:p>
                  </a:txBody>
                  <a:tcPr>
                    <a:solidFill>
                      <a:srgbClr val="93C5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0.065</a:t>
                      </a:r>
                    </a:p>
                  </a:txBody>
                  <a:tcPr>
                    <a:solidFill>
                      <a:srgbClr val="93C5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6.5</a:t>
                      </a:r>
                    </a:p>
                  </a:txBody>
                  <a:tcPr>
                    <a:solidFill>
                      <a:srgbClr val="93C5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>
                    <a:solidFill>
                      <a:srgbClr val="93C5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634288"/>
                  </a:ext>
                </a:extLst>
              </a:tr>
              <a:tr h="213891">
                <a:tc>
                  <a:txBody>
                    <a:bodyPr/>
                    <a:lstStyle/>
                    <a:p>
                      <a:endParaRPr lang="en-US" sz="1000">
                        <a:latin typeface="Outfit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utfit" pitchFamily="2" charset="0"/>
                        </a:rPr>
                        <a:t>heart disease + gender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1.041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0.876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0.065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6.5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7489"/>
                  </a:ext>
                </a:extLst>
              </a:tr>
              <a:tr h="213891">
                <a:tc>
                  <a:txBody>
                    <a:bodyPr/>
                    <a:lstStyle/>
                    <a:p>
                      <a:endParaRPr lang="en-US" sz="1000">
                        <a:latin typeface="Outfit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utfit" pitchFamily="2" charset="0"/>
                        </a:rPr>
                        <a:t>heart disease + hypertension + gender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1.041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0.873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0.065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6.5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11.9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536086"/>
                  </a:ext>
                </a:extLst>
              </a:tr>
              <a:tr h="213891">
                <a:tc>
                  <a:txBody>
                    <a:bodyPr/>
                    <a:lstStyle/>
                    <a:p>
                      <a:endParaRPr lang="en-US" sz="1000">
                        <a:latin typeface="Outfit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utfit" pitchFamily="2" charset="0"/>
                        </a:rPr>
                        <a:t>hypertension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1.040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0.873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0.066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6.6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12.1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493945"/>
                  </a:ext>
                </a:extLst>
              </a:tr>
              <a:tr h="213891">
                <a:tc>
                  <a:txBody>
                    <a:bodyPr/>
                    <a:lstStyle/>
                    <a:p>
                      <a:endParaRPr lang="en-US" sz="1000">
                        <a:latin typeface="Outfit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utfit" pitchFamily="2" charset="0"/>
                        </a:rPr>
                        <a:t>hypertension + gender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1.042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0.873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0.063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6.3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11.8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593094"/>
                  </a:ext>
                </a:extLst>
              </a:tr>
              <a:tr h="213891">
                <a:tc>
                  <a:txBody>
                    <a:bodyPr/>
                    <a:lstStyle/>
                    <a:p>
                      <a:endParaRPr lang="en-US" sz="1000">
                        <a:latin typeface="Outfit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utfit" pitchFamily="2" charset="0"/>
                        </a:rPr>
                        <a:t>hypertension + smoking history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1.043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0.88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0.061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6.1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11.6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245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>
                          <a:latin typeface="Outfit" pitchFamily="2" charset="0"/>
                        </a:rPr>
                        <a:t>Feature Interaction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utfit" pitchFamily="2" charset="0"/>
                        </a:rPr>
                        <a:t>age * </a:t>
                      </a:r>
                      <a:r>
                        <a:rPr lang="en-US" sz="1000" err="1">
                          <a:latin typeface="Outfit" pitchFamily="2" charset="0"/>
                        </a:rPr>
                        <a:t>bmi</a:t>
                      </a:r>
                      <a:r>
                        <a:rPr lang="en-US" sz="1000">
                          <a:latin typeface="Outfit" pitchFamily="2" charset="0"/>
                        </a:rPr>
                        <a:t> * blood glucose level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1.043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0.876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0.062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6.2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utfit" pitchFamily="2" charset="0"/>
                          <a:cs typeface="Arial"/>
                          <a:sym typeface="Arial"/>
                        </a:rPr>
                        <a:t>11.7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694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179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A diagram of blue lines&#10;&#10;Description automatically generated">
            <a:extLst>
              <a:ext uri="{FF2B5EF4-FFF2-40B4-BE49-F238E27FC236}">
                <a16:creationId xmlns:a16="http://schemas.microsoft.com/office/drawing/2014/main" id="{01B34C8C-9906-ACD6-4711-1C84CA4DF429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0663" y="1705356"/>
            <a:ext cx="3858768" cy="3072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A graph with blue bars&#10;&#10;Description automatically generated">
            <a:extLst>
              <a:ext uri="{FF2B5EF4-FFF2-40B4-BE49-F238E27FC236}">
                <a16:creationId xmlns:a16="http://schemas.microsoft.com/office/drawing/2014/main" id="{FE5B618E-6A66-6A9F-B061-38EA71EE573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71" y="1705714"/>
            <a:ext cx="3858768" cy="3072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E1C5E68-8AB0-F1FF-ACB3-2DC0CA3C6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65760"/>
            <a:ext cx="694944" cy="69494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4EAE6-273D-4158-494E-31C5AB577558}"/>
              </a:ext>
            </a:extLst>
          </p:cNvPr>
          <p:cNvCxnSpPr>
            <a:cxnSpLocks/>
          </p:cNvCxnSpPr>
          <p:nvPr/>
        </p:nvCxnSpPr>
        <p:spPr>
          <a:xfrm>
            <a:off x="1143000" y="1011612"/>
            <a:ext cx="19202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AE6ABC-949B-B90F-198E-87AC307CC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48056"/>
            <a:ext cx="7704000" cy="57270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HbA1c Levels Prediction (Continued)</a:t>
            </a:r>
          </a:p>
        </p:txBody>
      </p:sp>
      <p:sp>
        <p:nvSpPr>
          <p:cNvPr id="12" name="Subtitle 5">
            <a:extLst>
              <a:ext uri="{FF2B5EF4-FFF2-40B4-BE49-F238E27FC236}">
                <a16:creationId xmlns:a16="http://schemas.microsoft.com/office/drawing/2014/main" id="{79AF681B-0635-E6C7-013D-3495C38A1FE2}"/>
              </a:ext>
            </a:extLst>
          </p:cNvPr>
          <p:cNvSpPr txBox="1">
            <a:spLocks/>
          </p:cNvSpPr>
          <p:nvPr/>
        </p:nvSpPr>
        <p:spPr>
          <a:xfrm>
            <a:off x="653894" y="1088692"/>
            <a:ext cx="3280123" cy="484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pPr algn="ctr">
              <a:lnSpc>
                <a:spcPct val="114999"/>
              </a:lnSpc>
            </a:pPr>
            <a:r>
              <a:rPr lang="en-US" sz="1400"/>
              <a:t>SHAP Feature Importance (ANN)</a:t>
            </a:r>
            <a:endParaRPr lang="en-US" sz="1800"/>
          </a:p>
        </p:txBody>
      </p:sp>
      <p:sp>
        <p:nvSpPr>
          <p:cNvPr id="13" name="Subtitle 5">
            <a:extLst>
              <a:ext uri="{FF2B5EF4-FFF2-40B4-BE49-F238E27FC236}">
                <a16:creationId xmlns:a16="http://schemas.microsoft.com/office/drawing/2014/main" id="{223678A1-B5FA-192E-C906-078349A3CC5F}"/>
              </a:ext>
            </a:extLst>
          </p:cNvPr>
          <p:cNvSpPr txBox="1">
            <a:spLocks/>
          </p:cNvSpPr>
          <p:nvPr/>
        </p:nvSpPr>
        <p:spPr>
          <a:xfrm>
            <a:off x="5161092" y="1088692"/>
            <a:ext cx="3373512" cy="484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pPr algn="ctr"/>
            <a:r>
              <a:rPr lang="en-US" sz="1400"/>
              <a:t>Optimal Model's Performance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CB646C-2102-BC4C-DD1E-5E20BEB4013F}"/>
              </a:ext>
            </a:extLst>
          </p:cNvPr>
          <p:cNvSpPr txBox="1"/>
          <p:nvPr/>
        </p:nvSpPr>
        <p:spPr>
          <a:xfrm>
            <a:off x="8657587" y="-49238"/>
            <a:ext cx="495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Outfit" pitchFamily="2" charset="0"/>
              </a:rPr>
              <a:t>Ray</a:t>
            </a:r>
          </a:p>
        </p:txBody>
      </p:sp>
    </p:spTree>
    <p:extLst>
      <p:ext uri="{BB962C8B-B14F-4D97-AF65-F5344CB8AC3E}">
        <p14:creationId xmlns:p14="http://schemas.microsoft.com/office/powerpoint/2010/main" val="824545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F3B17B-EF22-A61F-2552-9B4699530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07932"/>
            <a:ext cx="3856393" cy="3069808"/>
          </a:xfrm>
          <a:prstGeom prst="rect">
            <a:avLst/>
          </a:prstGeom>
        </p:spPr>
      </p:pic>
      <p:sp>
        <p:nvSpPr>
          <p:cNvPr id="15" name="Subtitle 5">
            <a:extLst>
              <a:ext uri="{FF2B5EF4-FFF2-40B4-BE49-F238E27FC236}">
                <a16:creationId xmlns:a16="http://schemas.microsoft.com/office/drawing/2014/main" id="{8BD8FE0A-F96B-A1CD-0EF3-64C609BE3E52}"/>
              </a:ext>
            </a:extLst>
          </p:cNvPr>
          <p:cNvSpPr txBox="1">
            <a:spLocks/>
          </p:cNvSpPr>
          <p:nvPr/>
        </p:nvSpPr>
        <p:spPr>
          <a:xfrm>
            <a:off x="5161092" y="1088692"/>
            <a:ext cx="3373512" cy="484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pPr algn="ctr"/>
            <a:r>
              <a:rPr lang="en-US" sz="1400"/>
              <a:t>Optimal Model's Performance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E701102-31D2-7EFD-6D16-E3A08CEB4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65760"/>
            <a:ext cx="694944" cy="694944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BAA101CF-637D-DC33-0330-45FED58C8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48056"/>
            <a:ext cx="7704000" cy="57270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Diabetes Classification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01F8E1E-48DF-E9D3-8745-387F67BE63A6}"/>
              </a:ext>
            </a:extLst>
          </p:cNvPr>
          <p:cNvCxnSpPr>
            <a:cxnSpLocks/>
          </p:cNvCxnSpPr>
          <p:nvPr/>
        </p:nvCxnSpPr>
        <p:spPr>
          <a:xfrm>
            <a:off x="1143000" y="1011612"/>
            <a:ext cx="185623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E27A873E-EA5C-C95E-0448-A8A430ACB7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848" y="1711087"/>
            <a:ext cx="3852000" cy="3066653"/>
          </a:xfrm>
          <a:prstGeom prst="rect">
            <a:avLst/>
          </a:prstGeom>
        </p:spPr>
      </p:pic>
      <p:sp>
        <p:nvSpPr>
          <p:cNvPr id="2" name="Subtitle 5">
            <a:extLst>
              <a:ext uri="{FF2B5EF4-FFF2-40B4-BE49-F238E27FC236}">
                <a16:creationId xmlns:a16="http://schemas.microsoft.com/office/drawing/2014/main" id="{A09FA09C-FA9E-1720-54D4-0D788BEB924F}"/>
              </a:ext>
            </a:extLst>
          </p:cNvPr>
          <p:cNvSpPr txBox="1">
            <a:spLocks/>
          </p:cNvSpPr>
          <p:nvPr/>
        </p:nvSpPr>
        <p:spPr>
          <a:xfrm>
            <a:off x="653894" y="1088692"/>
            <a:ext cx="3280123" cy="484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pPr algn="ctr">
              <a:lnSpc>
                <a:spcPct val="114999"/>
              </a:lnSpc>
            </a:pPr>
            <a:r>
              <a:rPr lang="en-US" sz="1400"/>
              <a:t>SHAP Feature Importance (ANN)</a:t>
            </a:r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536C68-3131-5E7B-958A-7727D5CA1255}"/>
              </a:ext>
            </a:extLst>
          </p:cNvPr>
          <p:cNvSpPr txBox="1"/>
          <p:nvPr/>
        </p:nvSpPr>
        <p:spPr>
          <a:xfrm>
            <a:off x="8431946" y="-41762"/>
            <a:ext cx="712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Outfit" pitchFamily="2" charset="0"/>
              </a:rPr>
              <a:t>Chhun</a:t>
            </a:r>
          </a:p>
        </p:txBody>
      </p:sp>
    </p:spTree>
    <p:extLst>
      <p:ext uri="{BB962C8B-B14F-4D97-AF65-F5344CB8AC3E}">
        <p14:creationId xmlns:p14="http://schemas.microsoft.com/office/powerpoint/2010/main" val="381715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D90694-BB45-084E-CE3F-36D29904B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348345"/>
              </p:ext>
            </p:extLst>
          </p:nvPr>
        </p:nvGraphicFramePr>
        <p:xfrm>
          <a:off x="2259244" y="3080166"/>
          <a:ext cx="4509561" cy="1920240"/>
        </p:xfrm>
        <a:graphic>
          <a:graphicData uri="http://schemas.openxmlformats.org/drawingml/2006/table">
            <a:tbl>
              <a:tblPr>
                <a:tableStyleId>{21FA9783-7749-462E-A58D-64B99FE4ACD1}</a:tableStyleId>
              </a:tblPr>
              <a:tblGrid>
                <a:gridCol w="1503187">
                  <a:extLst>
                    <a:ext uri="{9D8B030D-6E8A-4147-A177-3AD203B41FA5}">
                      <a16:colId xmlns:a16="http://schemas.microsoft.com/office/drawing/2014/main" val="2052118966"/>
                    </a:ext>
                  </a:extLst>
                </a:gridCol>
                <a:gridCol w="1503187">
                  <a:extLst>
                    <a:ext uri="{9D8B030D-6E8A-4147-A177-3AD203B41FA5}">
                      <a16:colId xmlns:a16="http://schemas.microsoft.com/office/drawing/2014/main" val="1305438509"/>
                    </a:ext>
                  </a:extLst>
                </a:gridCol>
                <a:gridCol w="1503187">
                  <a:extLst>
                    <a:ext uri="{9D8B030D-6E8A-4147-A177-3AD203B41FA5}">
                      <a16:colId xmlns:a16="http://schemas.microsoft.com/office/drawing/2014/main" val="261354757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Outfit" pitchFamily="2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>
                          <a:solidFill>
                            <a:schemeClr val="bg1"/>
                          </a:solidFill>
                          <a:effectLst/>
                          <a:latin typeface="Outfit"/>
                        </a:rPr>
                        <a:t>ANN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Outfit"/>
                      </a:endParaRPr>
                    </a:p>
                  </a:txBody>
                  <a:tcPr marL="9525" marR="9525" marT="9525" marB="0" anchor="ctr">
                    <a:solidFill>
                      <a:srgbClr val="2444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>
                          <a:solidFill>
                            <a:schemeClr val="bg1"/>
                          </a:solidFill>
                          <a:effectLst/>
                          <a:latin typeface="Outfit"/>
                        </a:rPr>
                        <a:t>Logistic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Outfit"/>
                      </a:endParaRP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4073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>
                          <a:solidFill>
                            <a:schemeClr val="tx1"/>
                          </a:solidFill>
                          <a:effectLst/>
                          <a:latin typeface="Outfit"/>
                        </a:rPr>
                        <a:t>Accuracy​</a:t>
                      </a:r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Outfit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>
                          <a:effectLst/>
                          <a:latin typeface="Outfit"/>
                        </a:rPr>
                        <a:t>0.83​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Outfi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Outfit"/>
                        </a:rPr>
                        <a:t>0.83​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Outfi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28349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>
                          <a:solidFill>
                            <a:schemeClr val="tx1"/>
                          </a:solidFill>
                          <a:effectLst/>
                          <a:latin typeface="Outfit"/>
                        </a:rPr>
                        <a:t>Specificity​</a:t>
                      </a:r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Outfit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u="none" strike="noStrike">
                          <a:effectLst/>
                          <a:latin typeface="Outfit"/>
                        </a:rPr>
                        <a:t>0.83​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Outfi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>
                          <a:effectLst/>
                          <a:latin typeface="Outfit"/>
                        </a:rPr>
                        <a:t>0.84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Outfi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4109329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>
                          <a:solidFill>
                            <a:schemeClr val="tx1"/>
                          </a:solidFill>
                          <a:effectLst/>
                          <a:latin typeface="Outfit"/>
                        </a:rPr>
                        <a:t>Sensitivity​</a:t>
                      </a:r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Outfit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>
                          <a:effectLst/>
                          <a:latin typeface="Outfit"/>
                        </a:rPr>
                        <a:t>0.84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Outfit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Outfit"/>
                        </a:rPr>
                        <a:t>0.78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Outfi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818703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>
                          <a:solidFill>
                            <a:schemeClr val="tx1"/>
                          </a:solidFill>
                          <a:effectLst/>
                          <a:latin typeface="Outfit"/>
                        </a:rPr>
                        <a:t>AUC​</a:t>
                      </a:r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Outfit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>
                          <a:effectLst/>
                          <a:latin typeface="Outfit"/>
                        </a:rPr>
                        <a:t>0.92​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Outfi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Outfit"/>
                        </a:rPr>
                        <a:t>0.91​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Outfi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9846131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CFB624D-AB3A-5406-59EE-81F6E7503F4F}"/>
              </a:ext>
            </a:extLst>
          </p:cNvPr>
          <p:cNvSpPr txBox="1"/>
          <p:nvPr/>
        </p:nvSpPr>
        <p:spPr>
          <a:xfrm>
            <a:off x="3500765" y="2741612"/>
            <a:ext cx="25582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2444D9"/>
                </a:solidFill>
                <a:latin typeface="Outfit SemiBold" pitchFamily="2" charset="0"/>
              </a:rPr>
              <a:t>Classification Table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CC8BD2-6BC4-6681-8774-6D8FE9DCB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"/>
            <a:ext cx="694944" cy="69494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5693B3D-8DEC-BED0-0EDE-EC7C63AC6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240" y="448056"/>
            <a:ext cx="7704000" cy="57270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Diabetes Classification (Continued)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E2B66A-904B-B0CA-1AE5-9EDA37044A50}"/>
              </a:ext>
            </a:extLst>
          </p:cNvPr>
          <p:cNvCxnSpPr>
            <a:cxnSpLocks/>
          </p:cNvCxnSpPr>
          <p:nvPr/>
        </p:nvCxnSpPr>
        <p:spPr>
          <a:xfrm>
            <a:off x="1143000" y="1011612"/>
            <a:ext cx="185623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097243-A7AC-BE4B-4DD7-0668C7872756}"/>
              </a:ext>
            </a:extLst>
          </p:cNvPr>
          <p:cNvGrpSpPr/>
          <p:nvPr/>
        </p:nvGrpSpPr>
        <p:grpSpPr>
          <a:xfrm>
            <a:off x="863029" y="2299888"/>
            <a:ext cx="3916866" cy="338554"/>
            <a:chOff x="863029" y="2299888"/>
            <a:chExt cx="3916866" cy="33855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7AF63EA-775A-8044-AA47-9EEDA4B322F0}"/>
                </a:ext>
              </a:extLst>
            </p:cNvPr>
            <p:cNvSpPr txBox="1"/>
            <p:nvPr/>
          </p:nvSpPr>
          <p:spPr>
            <a:xfrm>
              <a:off x="1381208" y="2299888"/>
              <a:ext cx="3398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latin typeface="Outfit" pitchFamily="2" charset="0"/>
                </a:rPr>
                <a:t> What is Specificity and Sensitivity?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4FB1546-5224-7138-4898-D914F4B44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3029" y="2305406"/>
              <a:ext cx="307775" cy="30777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FC8349F-FF52-91E8-F9C2-15878D2A3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70804" y="2305406"/>
              <a:ext cx="210404" cy="30777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D8C2F24-349C-472D-F4BB-F39A9E8C8290}"/>
              </a:ext>
            </a:extLst>
          </p:cNvPr>
          <p:cNvSpPr txBox="1"/>
          <p:nvPr/>
        </p:nvSpPr>
        <p:spPr>
          <a:xfrm>
            <a:off x="863029" y="1299614"/>
            <a:ext cx="58056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Outfit" pitchFamily="2" charset="0"/>
              </a:rPr>
              <a:t>ANN and Logistic Regression were evaluated using</a:t>
            </a:r>
          </a:p>
          <a:p>
            <a:r>
              <a:rPr lang="en-US" sz="1600">
                <a:latin typeface="Outfit" pitchFamily="2" charset="0"/>
              </a:rPr>
              <a:t> </a:t>
            </a:r>
          </a:p>
          <a:p>
            <a:r>
              <a:rPr lang="en-US" sz="1600" b="1">
                <a:latin typeface="Outfit" pitchFamily="2" charset="0"/>
              </a:rPr>
              <a:t>	Accuracy</a:t>
            </a:r>
            <a:r>
              <a:rPr lang="en-US" sz="1600">
                <a:latin typeface="Outfit" pitchFamily="2" charset="0"/>
              </a:rPr>
              <a:t>, </a:t>
            </a:r>
            <a:r>
              <a:rPr lang="en-US" sz="1600" b="1">
                <a:latin typeface="Outfit" pitchFamily="2" charset="0"/>
              </a:rPr>
              <a:t>Specificity</a:t>
            </a:r>
            <a:r>
              <a:rPr lang="en-US" sz="1600">
                <a:latin typeface="Outfit" pitchFamily="2" charset="0"/>
              </a:rPr>
              <a:t>,</a:t>
            </a:r>
            <a:r>
              <a:rPr lang="en-US" sz="1600" b="1">
                <a:latin typeface="Outfit" pitchFamily="2" charset="0"/>
              </a:rPr>
              <a:t> Sensitivity</a:t>
            </a:r>
            <a:r>
              <a:rPr lang="en-US" sz="1600">
                <a:latin typeface="Outfit" pitchFamily="2" charset="0"/>
              </a:rPr>
              <a:t>, and </a:t>
            </a:r>
            <a:r>
              <a:rPr lang="en-US" sz="1600" b="1">
                <a:latin typeface="Outfit" pitchFamily="2" charset="0"/>
              </a:rPr>
              <a:t>AUC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D6DD0D-4F59-C572-280B-BF284B880F46}"/>
              </a:ext>
            </a:extLst>
          </p:cNvPr>
          <p:cNvSpPr txBox="1"/>
          <p:nvPr/>
        </p:nvSpPr>
        <p:spPr>
          <a:xfrm>
            <a:off x="8276455" y="-46180"/>
            <a:ext cx="8675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Outfit" pitchFamily="2" charset="0"/>
              </a:rPr>
              <a:t>Brayden</a:t>
            </a:r>
          </a:p>
        </p:txBody>
      </p:sp>
    </p:spTree>
    <p:extLst>
      <p:ext uri="{BB962C8B-B14F-4D97-AF65-F5344CB8AC3E}">
        <p14:creationId xmlns:p14="http://schemas.microsoft.com/office/powerpoint/2010/main" val="651137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D742A8C-A40A-8162-4D3C-4EF2EED7C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"/>
            <a:ext cx="694944" cy="69494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CEDDD3-1BC9-688B-022F-F42D6244C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48056"/>
            <a:ext cx="7704000" cy="572700"/>
          </a:xfrm>
        </p:spPr>
        <p:txBody>
          <a:bodyPr/>
          <a:lstStyle/>
          <a:p>
            <a:r>
              <a:rPr lang="en-US"/>
              <a:t>Gender Differences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1D6E400-AA72-2CB6-B875-38F953370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997712"/>
              </p:ext>
            </p:extLst>
          </p:nvPr>
        </p:nvGraphicFramePr>
        <p:xfrm>
          <a:off x="1798567" y="1930986"/>
          <a:ext cx="5546865" cy="1920240"/>
        </p:xfrm>
        <a:graphic>
          <a:graphicData uri="http://schemas.openxmlformats.org/drawingml/2006/table">
            <a:tbl>
              <a:tblPr/>
              <a:tblGrid>
                <a:gridCol w="1109373">
                  <a:extLst>
                    <a:ext uri="{9D8B030D-6E8A-4147-A177-3AD203B41FA5}">
                      <a16:colId xmlns:a16="http://schemas.microsoft.com/office/drawing/2014/main" val="119346067"/>
                    </a:ext>
                  </a:extLst>
                </a:gridCol>
                <a:gridCol w="1109373">
                  <a:extLst>
                    <a:ext uri="{9D8B030D-6E8A-4147-A177-3AD203B41FA5}">
                      <a16:colId xmlns:a16="http://schemas.microsoft.com/office/drawing/2014/main" val="1296617308"/>
                    </a:ext>
                  </a:extLst>
                </a:gridCol>
                <a:gridCol w="1109373">
                  <a:extLst>
                    <a:ext uri="{9D8B030D-6E8A-4147-A177-3AD203B41FA5}">
                      <a16:colId xmlns:a16="http://schemas.microsoft.com/office/drawing/2014/main" val="4294334306"/>
                    </a:ext>
                  </a:extLst>
                </a:gridCol>
                <a:gridCol w="1109373">
                  <a:extLst>
                    <a:ext uri="{9D8B030D-6E8A-4147-A177-3AD203B41FA5}">
                      <a16:colId xmlns:a16="http://schemas.microsoft.com/office/drawing/2014/main" val="472648548"/>
                    </a:ext>
                  </a:extLst>
                </a:gridCol>
                <a:gridCol w="1109373">
                  <a:extLst>
                    <a:ext uri="{9D8B030D-6E8A-4147-A177-3AD203B41FA5}">
                      <a16:colId xmlns:a16="http://schemas.microsoft.com/office/drawing/2014/main" val="4062390338"/>
                    </a:ext>
                  </a:extLst>
                </a:gridCol>
              </a:tblGrid>
              <a:tr h="320040">
                <a:tc rowSpan="2">
                  <a:txBody>
                    <a:bodyPr/>
                    <a:lstStyle/>
                    <a:p>
                      <a:pPr algn="l" rtl="0" fontAlgn="auto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​</a:t>
                      </a: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b="1" i="0">
                          <a:solidFill>
                            <a:schemeClr val="bg1"/>
                          </a:solidFill>
                          <a:effectLst/>
                          <a:latin typeface="Outfit" pitchFamily="2" charset="0"/>
                        </a:rPr>
                        <a:t>ANN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4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base">
                        <a:lnSpc>
                          <a:spcPts val="157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b="1" i="0">
                          <a:solidFill>
                            <a:schemeClr val="bg1"/>
                          </a:solidFill>
                          <a:effectLst/>
                          <a:latin typeface="Outfit" pitchFamily="2" charset="0"/>
                        </a:rPr>
                        <a:t>Logistic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base">
                        <a:lnSpc>
                          <a:spcPts val="157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256315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Outfit" pitchFamily="2" charset="0"/>
                        </a:rPr>
                        <a:t>Male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Outfit" pitchFamily="2" charset="0"/>
                        </a:rPr>
                        <a:t>​</a:t>
                      </a:r>
                      <a:endParaRPr lang="en-US" b="0" i="0">
                        <a:solidFill>
                          <a:schemeClr val="bg1"/>
                        </a:solidFill>
                        <a:effectLst/>
                        <a:latin typeface="Outfit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4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Outfit" pitchFamily="2" charset="0"/>
                        </a:rPr>
                        <a:t>Female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Outfit" pitchFamily="2" charset="0"/>
                        </a:rPr>
                        <a:t>​</a:t>
                      </a:r>
                      <a:endParaRPr lang="en-US" b="0" i="0">
                        <a:solidFill>
                          <a:schemeClr val="bg1"/>
                        </a:solidFill>
                        <a:effectLst/>
                        <a:latin typeface="Outfit" pitchFamily="2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4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b="0" i="0">
                          <a:solidFill>
                            <a:schemeClr val="bg1"/>
                          </a:solidFill>
                          <a:effectLst/>
                          <a:latin typeface="Outfit" pitchFamily="2" charset="0"/>
                        </a:rPr>
                        <a:t>Male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b="0" i="0">
                          <a:solidFill>
                            <a:schemeClr val="bg1"/>
                          </a:solidFill>
                          <a:effectLst/>
                          <a:latin typeface="Outfit" pitchFamily="2" charset="0"/>
                        </a:rPr>
                        <a:t>Female</a:t>
                      </a: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74476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Accuracy</a:t>
                      </a: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  <a:latin typeface="Outfit" pitchFamily="2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0.79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Outfit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0.84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  <a:latin typeface="Outfit" pitchFamily="2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Outfit"/>
                        </a:rPr>
                        <a:t>0.81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Outfi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Outfit"/>
                        </a:rPr>
                        <a:t>0.85</a:t>
                      </a:r>
                      <a:endParaRPr lang="en-US" sz="1400" b="1" i="0">
                        <a:solidFill>
                          <a:srgbClr val="000000"/>
                        </a:solidFill>
                        <a:effectLst/>
                        <a:latin typeface="Outfit"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17302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Specificity</a:t>
                      </a: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  <a:latin typeface="Outfit" pitchFamily="2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0.78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Outfit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0.84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  <a:latin typeface="Outfit" pitchFamily="2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0.81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Outfit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Outfit"/>
                        </a:rPr>
                        <a:t>0.86</a:t>
                      </a:r>
                      <a:endParaRPr lang="en-US" sz="1400" b="1" i="0">
                        <a:solidFill>
                          <a:srgbClr val="000000"/>
                        </a:solidFill>
                        <a:effectLst/>
                        <a:latin typeface="Outfit"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49857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Sensitivity</a:t>
                      </a: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  <a:latin typeface="Outfit" pitchFamily="2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0.86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  <a:latin typeface="Outfit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0.85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Outfit" pitchFamily="2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Outfit"/>
                        </a:rPr>
                        <a:t>0.80</a:t>
                      </a:r>
                      <a:endParaRPr lang="en-US" sz="1400" b="1" i="0">
                        <a:solidFill>
                          <a:srgbClr val="000000"/>
                        </a:solidFill>
                        <a:effectLst/>
                        <a:latin typeface="Outfi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Outfit"/>
                        </a:rPr>
                        <a:t>0.77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Outfit"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29613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AUC</a:t>
                      </a: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  <a:latin typeface="Outfit" pitchFamily="2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0.92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Outfit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0.93</a:t>
                      </a: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  <a:latin typeface="Outfit" pitchFamily="2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0.90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Outfit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0.91</a:t>
                      </a: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Outfit" pitchFamily="2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  <a:latin typeface="Outfit" pitchFamily="2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575164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E1679F-FFBB-A55E-C255-A91C6213D093}"/>
              </a:ext>
            </a:extLst>
          </p:cNvPr>
          <p:cNvCxnSpPr>
            <a:cxnSpLocks/>
          </p:cNvCxnSpPr>
          <p:nvPr/>
        </p:nvCxnSpPr>
        <p:spPr>
          <a:xfrm>
            <a:off x="1143000" y="1011612"/>
            <a:ext cx="1911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6F2E4BD-6328-C8BC-578E-FAFFC07928BA}"/>
              </a:ext>
            </a:extLst>
          </p:cNvPr>
          <p:cNvSpPr txBox="1"/>
          <p:nvPr/>
        </p:nvSpPr>
        <p:spPr>
          <a:xfrm>
            <a:off x="3339493" y="1517379"/>
            <a:ext cx="2657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2444D9"/>
                </a:solidFill>
                <a:latin typeface="Outfit SemiBold" pitchFamily="2" charset="0"/>
              </a:rPr>
              <a:t>Classification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28F2C3-ED2C-5B5A-9086-D3695E96BF45}"/>
              </a:ext>
            </a:extLst>
          </p:cNvPr>
          <p:cNvSpPr txBox="1"/>
          <p:nvPr/>
        </p:nvSpPr>
        <p:spPr>
          <a:xfrm>
            <a:off x="340929" y="1178825"/>
            <a:ext cx="77316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Outfit" pitchFamily="2" charset="0"/>
              </a:rPr>
              <a:t>Gender-Based analysis used same predictors and threshold as optimal ANN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B269BA-6234-AA64-244E-6FE65C663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5789" y="3974436"/>
            <a:ext cx="536853" cy="5368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08CFE5-1BDF-960F-EA72-EA1621EFC448}"/>
              </a:ext>
            </a:extLst>
          </p:cNvPr>
          <p:cNvSpPr txBox="1"/>
          <p:nvPr/>
        </p:nvSpPr>
        <p:spPr>
          <a:xfrm>
            <a:off x="2732065" y="4077517"/>
            <a:ext cx="2887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Outfit" pitchFamily="2" charset="0"/>
              </a:rPr>
              <a:t>Male Model: Better Sensitivity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5EEE2F-D81B-27E8-8D66-113E7172E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5789" y="4427018"/>
            <a:ext cx="536853" cy="5368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8E981E3-F032-D053-D96B-A36FEA2D2DEC}"/>
              </a:ext>
            </a:extLst>
          </p:cNvPr>
          <p:cNvSpPr txBox="1"/>
          <p:nvPr/>
        </p:nvSpPr>
        <p:spPr>
          <a:xfrm>
            <a:off x="2732065" y="4526167"/>
            <a:ext cx="31261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Outfit" pitchFamily="2" charset="0"/>
              </a:rPr>
              <a:t>Female Model: Better Specificity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AA3EFD-2A3B-42D2-6C9B-8B02E4254ACB}"/>
              </a:ext>
            </a:extLst>
          </p:cNvPr>
          <p:cNvSpPr txBox="1"/>
          <p:nvPr/>
        </p:nvSpPr>
        <p:spPr>
          <a:xfrm>
            <a:off x="8276455" y="-46180"/>
            <a:ext cx="8675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Outfit" pitchFamily="2" charset="0"/>
              </a:rPr>
              <a:t>Brayden</a:t>
            </a:r>
          </a:p>
        </p:txBody>
      </p:sp>
    </p:spTree>
    <p:extLst>
      <p:ext uri="{BB962C8B-B14F-4D97-AF65-F5344CB8AC3E}">
        <p14:creationId xmlns:p14="http://schemas.microsoft.com/office/powerpoint/2010/main" val="281630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" grpId="0"/>
      <p:bldP spid="7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72726B-D3AB-C5AB-1E84-DEE325319603}"/>
              </a:ext>
            </a:extLst>
          </p:cNvPr>
          <p:cNvSpPr/>
          <p:nvPr/>
        </p:nvSpPr>
        <p:spPr>
          <a:xfrm>
            <a:off x="1840230" y="1578200"/>
            <a:ext cx="5463540" cy="1218438"/>
          </a:xfrm>
          <a:prstGeom prst="rect">
            <a:avLst/>
          </a:prstGeom>
          <a:ln>
            <a:solidFill>
              <a:srgbClr val="2444D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A30A1C-04F6-8094-A475-F7639950E8E4}"/>
              </a:ext>
            </a:extLst>
          </p:cNvPr>
          <p:cNvSpPr/>
          <p:nvPr/>
        </p:nvSpPr>
        <p:spPr>
          <a:xfrm>
            <a:off x="1840230" y="3132680"/>
            <a:ext cx="5463540" cy="1218438"/>
          </a:xfrm>
          <a:prstGeom prst="rect">
            <a:avLst/>
          </a:prstGeom>
          <a:ln>
            <a:solidFill>
              <a:srgbClr val="2444D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47063-632F-447F-432E-1D5D5ECB2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45025"/>
            <a:ext cx="7704000" cy="57270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Real World Application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703663-A48D-0365-8E37-D2B302621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694944" cy="69494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7EDC8F-953F-DAF9-D323-EA57479127FC}"/>
              </a:ext>
            </a:extLst>
          </p:cNvPr>
          <p:cNvCxnSpPr>
            <a:cxnSpLocks/>
          </p:cNvCxnSpPr>
          <p:nvPr/>
        </p:nvCxnSpPr>
        <p:spPr>
          <a:xfrm>
            <a:off x="1143000" y="1011612"/>
            <a:ext cx="1911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7BA67F6-DF4E-E31A-1339-0A2DED522BC7}"/>
              </a:ext>
            </a:extLst>
          </p:cNvPr>
          <p:cNvSpPr txBox="1"/>
          <p:nvPr/>
        </p:nvSpPr>
        <p:spPr>
          <a:xfrm>
            <a:off x="2014923" y="3326401"/>
            <a:ext cx="51141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u="none" strike="noStrike">
                <a:solidFill>
                  <a:srgbClr val="2D3538"/>
                </a:solidFill>
                <a:effectLst/>
                <a:latin typeface="Outfit" pitchFamily="2" charset="0"/>
              </a:rPr>
              <a:t>Diabetes ANN Model’s Features of High Importance</a:t>
            </a:r>
          </a:p>
          <a:p>
            <a:pPr algn="ctr"/>
            <a:endParaRPr lang="en-US" sz="1600" b="1" i="0" u="none" strike="noStrike">
              <a:solidFill>
                <a:srgbClr val="2D3538"/>
              </a:solidFill>
              <a:effectLst/>
              <a:latin typeface="Outfit" pitchFamily="2" charset="0"/>
            </a:endParaRPr>
          </a:p>
          <a:p>
            <a:pPr algn="ctr"/>
            <a:r>
              <a:rPr lang="en-US" sz="1600" b="1" i="0" u="none" strike="noStrike">
                <a:solidFill>
                  <a:srgbClr val="2D3538"/>
                </a:solidFill>
                <a:effectLst/>
                <a:latin typeface="Outfit" pitchFamily="2" charset="0"/>
              </a:rPr>
              <a:t> Blood Glucose, BMI, and Age</a:t>
            </a:r>
            <a:r>
              <a:rPr lang="en-US" sz="1600" b="0" i="0">
                <a:solidFill>
                  <a:srgbClr val="000000"/>
                </a:solidFill>
                <a:effectLst/>
                <a:latin typeface="Outfit" pitchFamily="2" charset="0"/>
              </a:rPr>
              <a:t>​</a:t>
            </a:r>
            <a:endParaRPr lang="en-US" sz="1600">
              <a:latin typeface="Outfit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48F616-3257-EE88-C792-138D9C4B2C3F}"/>
              </a:ext>
            </a:extLst>
          </p:cNvPr>
          <p:cNvSpPr txBox="1"/>
          <p:nvPr/>
        </p:nvSpPr>
        <p:spPr>
          <a:xfrm>
            <a:off x="2283342" y="1771921"/>
            <a:ext cx="457731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600" i="0" u="none" strike="noStrike">
                <a:solidFill>
                  <a:srgbClr val="2D3538"/>
                </a:solidFill>
                <a:effectLst/>
                <a:latin typeface="Outfit"/>
              </a:rPr>
              <a:t>HbA1c Prediction ANN Model’s Key Usage</a:t>
            </a:r>
          </a:p>
          <a:p>
            <a:pPr algn="ctr"/>
            <a:endParaRPr lang="en-US" sz="1600" i="0" u="none" strike="noStrike">
              <a:solidFill>
                <a:srgbClr val="2D3538"/>
              </a:solidFill>
              <a:effectLst/>
              <a:latin typeface="Outfit" pitchFamily="2" charset="0"/>
            </a:endParaRPr>
          </a:p>
          <a:p>
            <a:pPr algn="ctr"/>
            <a:r>
              <a:rPr lang="en-US" sz="1600" i="0">
                <a:solidFill>
                  <a:srgbClr val="000000"/>
                </a:solidFill>
                <a:effectLst/>
                <a:latin typeface="Outfit"/>
              </a:rPr>
              <a:t>​</a:t>
            </a:r>
            <a:r>
              <a:rPr lang="en-US" sz="1600" b="1" i="0">
                <a:solidFill>
                  <a:srgbClr val="000000"/>
                </a:solidFill>
                <a:effectLst/>
                <a:latin typeface="Outfit"/>
              </a:rPr>
              <a:t>Early Flagging</a:t>
            </a:r>
            <a:r>
              <a:rPr lang="en-US" sz="1600" b="1">
                <a:latin typeface="Outfit"/>
              </a:rPr>
              <a:t>, Preventative Measure</a:t>
            </a:r>
            <a:endParaRPr lang="en-US" sz="1600">
              <a:latin typeface="Outfit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611E52-CB33-AFA4-9B30-D4DFD86A40D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9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0704" y="1582027"/>
            <a:ext cx="1218428" cy="1218428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4EA9BC-E4F0-095D-8661-343EB5A2339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500"/>
                    </a14:imgEffect>
                    <a14:imgEffect>
                      <a14:saturation sat="9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0704" y="3132531"/>
            <a:ext cx="1218428" cy="1218428"/>
          </a:xfrm>
          <a:prstGeom prst="rect">
            <a:avLst/>
          </a:prstGeom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4B4C22-C46F-5EB8-620C-AC27FBB965D8}"/>
              </a:ext>
            </a:extLst>
          </p:cNvPr>
          <p:cNvSpPr txBox="1"/>
          <p:nvPr/>
        </p:nvSpPr>
        <p:spPr>
          <a:xfrm>
            <a:off x="8253631" y="-44414"/>
            <a:ext cx="899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Outfit" pitchFamily="2" charset="0"/>
              </a:rPr>
              <a:t>Matthew</a:t>
            </a:r>
          </a:p>
        </p:txBody>
      </p:sp>
    </p:spTree>
    <p:extLst>
      <p:ext uri="{BB962C8B-B14F-4D97-AF65-F5344CB8AC3E}">
        <p14:creationId xmlns:p14="http://schemas.microsoft.com/office/powerpoint/2010/main" val="1724924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7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0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3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5" grpId="0" animBg="1"/>
      <p:bldP spid="10" grpId="0"/>
      <p:bldP spid="21" grpId="0"/>
      <p:bldP spid="2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A2168F2-4995-626E-FED7-4FF83A4ADB23}"/>
              </a:ext>
            </a:extLst>
          </p:cNvPr>
          <p:cNvSpPr/>
          <p:nvPr/>
        </p:nvSpPr>
        <p:spPr>
          <a:xfrm>
            <a:off x="852378" y="2584792"/>
            <a:ext cx="7439244" cy="677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08140C-342E-4EBB-D40D-E62CFA95131B}"/>
              </a:ext>
            </a:extLst>
          </p:cNvPr>
          <p:cNvSpPr/>
          <p:nvPr/>
        </p:nvSpPr>
        <p:spPr>
          <a:xfrm>
            <a:off x="852378" y="1614974"/>
            <a:ext cx="7439244" cy="677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818067-D8BC-31D0-A884-366E5B122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45025"/>
            <a:ext cx="7704000" cy="57270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Conclusion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6743E0-5B98-1573-A2AA-510F3C7F0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694944" cy="6949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8841EA-5BA0-4C55-F1EA-9DC339980912}"/>
              </a:ext>
            </a:extLst>
          </p:cNvPr>
          <p:cNvSpPr txBox="1"/>
          <p:nvPr/>
        </p:nvSpPr>
        <p:spPr>
          <a:xfrm>
            <a:off x="4572000" y="4965290"/>
            <a:ext cx="96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7D2F8E-0439-302B-B7FD-F8886C3D55B2}"/>
              </a:ext>
            </a:extLst>
          </p:cNvPr>
          <p:cNvCxnSpPr>
            <a:cxnSpLocks/>
          </p:cNvCxnSpPr>
          <p:nvPr/>
        </p:nvCxnSpPr>
        <p:spPr>
          <a:xfrm>
            <a:off x="1143000" y="1011612"/>
            <a:ext cx="94183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40A4A69-1ABC-D837-FDB3-9D03C3984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31" y="1636867"/>
            <a:ext cx="694944" cy="6949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5A07BC4-10BB-1823-26A2-633C89F4CCB3}"/>
              </a:ext>
            </a:extLst>
          </p:cNvPr>
          <p:cNvSpPr txBox="1"/>
          <p:nvPr/>
        </p:nvSpPr>
        <p:spPr>
          <a:xfrm>
            <a:off x="1374741" y="1784664"/>
            <a:ext cx="40206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latin typeface="Outfit" pitchFamily="2" charset="0"/>
              </a:rPr>
              <a:t>HbA1c Prediction:</a:t>
            </a:r>
            <a:r>
              <a:rPr lang="en-US" sz="1600">
                <a:latin typeface="Outfit" pitchFamily="2" charset="0"/>
              </a:rPr>
              <a:t> Weak Prediction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5D30FF-401A-3A07-5A53-6C2C25C139DD}"/>
              </a:ext>
            </a:extLst>
          </p:cNvPr>
          <p:cNvSpPr txBox="1"/>
          <p:nvPr/>
        </p:nvSpPr>
        <p:spPr>
          <a:xfrm>
            <a:off x="1371444" y="2754131"/>
            <a:ext cx="6401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latin typeface="Outfit" pitchFamily="2" charset="0"/>
              </a:rPr>
              <a:t>Diabetes Prediction: </a:t>
            </a:r>
            <a:r>
              <a:rPr lang="en-US" sz="1600">
                <a:latin typeface="Outfit" pitchFamily="2" charset="0"/>
              </a:rPr>
              <a:t>ANN performed better than logistic regression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B508D81-DBC0-C8F6-D45B-A812C2C49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31" y="2606685"/>
            <a:ext cx="694944" cy="6949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DE758D2-D384-BB2A-A1EA-9540BBAB88D4}"/>
              </a:ext>
            </a:extLst>
          </p:cNvPr>
          <p:cNvSpPr/>
          <p:nvPr/>
        </p:nvSpPr>
        <p:spPr>
          <a:xfrm>
            <a:off x="861953" y="3515006"/>
            <a:ext cx="7439244" cy="677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1BD894F-2FBA-F678-C55D-43981B5D7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06" y="3536899"/>
            <a:ext cx="694944" cy="6949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52F5FA6-D71B-98AC-1C5C-01DCB94BE962}"/>
              </a:ext>
            </a:extLst>
          </p:cNvPr>
          <p:cNvSpPr txBox="1"/>
          <p:nvPr/>
        </p:nvSpPr>
        <p:spPr>
          <a:xfrm>
            <a:off x="1371444" y="3684345"/>
            <a:ext cx="47900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latin typeface="Outfit" pitchFamily="2" charset="0"/>
              </a:rPr>
              <a:t>Gender Based Analysis: </a:t>
            </a:r>
            <a:r>
              <a:rPr lang="en-US" sz="1600">
                <a:latin typeface="Outfit" pitchFamily="2" charset="0"/>
              </a:rPr>
              <a:t>Female performed better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F69B43-7943-D9DC-73F4-E826AD6AADEB}"/>
              </a:ext>
            </a:extLst>
          </p:cNvPr>
          <p:cNvSpPr txBox="1"/>
          <p:nvPr/>
        </p:nvSpPr>
        <p:spPr>
          <a:xfrm>
            <a:off x="8253631" y="-44414"/>
            <a:ext cx="899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Outfit" pitchFamily="2" charset="0"/>
              </a:rPr>
              <a:t>Matthew</a:t>
            </a:r>
          </a:p>
        </p:txBody>
      </p:sp>
    </p:spTree>
    <p:extLst>
      <p:ext uri="{BB962C8B-B14F-4D97-AF65-F5344CB8AC3E}">
        <p14:creationId xmlns:p14="http://schemas.microsoft.com/office/powerpoint/2010/main" val="1840900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7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0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3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7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0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3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8" grpId="0" animBg="1"/>
      <p:bldP spid="8" grpId="1" animBg="1"/>
      <p:bldP spid="9" grpId="0"/>
      <p:bldP spid="9" grpId="1"/>
      <p:bldP spid="12" grpId="0"/>
      <p:bldP spid="12" grpId="1"/>
      <p:bldP spid="16" grpId="0" animBg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590;p27">
            <a:extLst>
              <a:ext uri="{FF2B5EF4-FFF2-40B4-BE49-F238E27FC236}">
                <a16:creationId xmlns:a16="http://schemas.microsoft.com/office/drawing/2014/main" id="{D1E50C7F-DE79-D62A-6ED6-D72C092CEDB8}"/>
              </a:ext>
            </a:extLst>
          </p:cNvPr>
          <p:cNvSpPr txBox="1">
            <a:spLocks/>
          </p:cNvSpPr>
          <p:nvPr/>
        </p:nvSpPr>
        <p:spPr>
          <a:xfrm>
            <a:off x="4810737" y="1592166"/>
            <a:ext cx="3540128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600" b="1">
                <a:solidFill>
                  <a:schemeClr val="bg2"/>
                </a:solidFill>
                <a:latin typeface="Outfit ExtraBold" pitchFamily="2" charset="0"/>
              </a:rPr>
              <a:t>Thank you</a:t>
            </a:r>
          </a:p>
          <a:p>
            <a:pPr algn="ctr"/>
            <a:r>
              <a:rPr lang="en-US" sz="3600" b="1">
                <a:solidFill>
                  <a:schemeClr val="bg2"/>
                </a:solidFill>
                <a:latin typeface="Outfit ExtraBold" pitchFamily="2" charset="0"/>
              </a:rPr>
              <a:t>Any Questions?</a:t>
            </a:r>
            <a:endParaRPr lang="en-US" sz="4500" b="1">
              <a:solidFill>
                <a:schemeClr val="bg2"/>
              </a:solidFill>
              <a:latin typeface="Outfit ExtraBold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9AAE1-C770-B9DC-B6AE-D31C60168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35" y="946150"/>
            <a:ext cx="3251200" cy="32512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D4C396-E93B-3BE8-1A81-A3425680C89B}"/>
              </a:ext>
            </a:extLst>
          </p:cNvPr>
          <p:cNvCxnSpPr>
            <a:cxnSpLocks/>
          </p:cNvCxnSpPr>
          <p:nvPr/>
        </p:nvCxnSpPr>
        <p:spPr>
          <a:xfrm>
            <a:off x="5667195" y="3315900"/>
            <a:ext cx="1911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8451930"/>
      </p:ext>
    </p:extLst>
  </p:cSld>
  <p:clrMapOvr>
    <a:masterClrMapping/>
  </p:clrMapOvr>
</p:sld>
</file>

<file path=ppt/theme/theme1.xml><?xml version="1.0" encoding="utf-8"?>
<a:theme xmlns:a="http://schemas.openxmlformats.org/drawingml/2006/main" name="Bayesian Data Analysis - Master of Science in Biostatistics by Slidesgo">
  <a:themeElements>
    <a:clrScheme name="Simple Light">
      <a:dk1>
        <a:srgbClr val="2D3538"/>
      </a:dk1>
      <a:lt1>
        <a:srgbClr val="EDEEF3"/>
      </a:lt1>
      <a:dk2>
        <a:srgbClr val="3F4850"/>
      </a:dk2>
      <a:lt2>
        <a:srgbClr val="CDD1E0"/>
      </a:lt2>
      <a:accent1>
        <a:srgbClr val="2544D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D35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607</Words>
  <Application>Microsoft Macintosh PowerPoint</Application>
  <PresentationFormat>On-screen Show (16:9)</PresentationFormat>
  <Paragraphs>201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Lato</vt:lpstr>
      <vt:lpstr>Calibri</vt:lpstr>
      <vt:lpstr>Nunito Light</vt:lpstr>
      <vt:lpstr>Lato Light</vt:lpstr>
      <vt:lpstr>Outfit SemiBold</vt:lpstr>
      <vt:lpstr>Arial</vt:lpstr>
      <vt:lpstr>Outfit ExtraBold</vt:lpstr>
      <vt:lpstr>Outfit</vt:lpstr>
      <vt:lpstr>Bayesian Data Analysis - Master of Science in Biostatistics by Slidesgo</vt:lpstr>
      <vt:lpstr>DATA SCIENCE  CAPSTONE PROJECT  Diabetes Prediction</vt:lpstr>
      <vt:lpstr>Overview</vt:lpstr>
      <vt:lpstr>Methodology</vt:lpstr>
      <vt:lpstr>HbA1c Levels Prediction</vt:lpstr>
      <vt:lpstr>HbA1c Levels Prediction (Continued)</vt:lpstr>
      <vt:lpstr>Diabetes Classification</vt:lpstr>
      <vt:lpstr>Diabetes Classification (Continued)</vt:lpstr>
      <vt:lpstr>Gender Differences</vt:lpstr>
      <vt:lpstr>Real World Application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Seavchhun Teng</cp:lastModifiedBy>
  <cp:revision>2</cp:revision>
  <dcterms:modified xsi:type="dcterms:W3CDTF">2025-10-21T00:04:10Z</dcterms:modified>
</cp:coreProperties>
</file>