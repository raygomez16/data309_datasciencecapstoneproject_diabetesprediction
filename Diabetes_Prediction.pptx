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3"/>
  </p:notesMasterIdLst>
  <p:sldIdLst>
    <p:sldId id="256" r:id="rId2"/>
    <p:sldId id="306" r:id="rId3"/>
    <p:sldId id="307" r:id="rId4"/>
    <p:sldId id="308" r:id="rId5"/>
    <p:sldId id="315" r:id="rId6"/>
    <p:sldId id="309" r:id="rId7"/>
    <p:sldId id="316" r:id="rId8"/>
    <p:sldId id="310" r:id="rId9"/>
    <p:sldId id="311" r:id="rId10"/>
    <p:sldId id="313" r:id="rId11"/>
    <p:sldId id="314" r:id="rId12"/>
  </p:sldIdLst>
  <p:sldSz cx="9144000" cy="5143500" type="screen16x9"/>
  <p:notesSz cx="6858000" cy="9144000"/>
  <p:embeddedFontLst>
    <p:embeddedFont>
      <p:font typeface="Lato" panose="020F0502020204030203" pitchFamily="34" charset="0"/>
      <p:regular r:id="rId14"/>
      <p:bold r:id="rId15"/>
      <p:italic r:id="rId16"/>
      <p:boldItalic r:id="rId17"/>
    </p:embeddedFont>
    <p:embeddedFont>
      <p:font typeface="Lato Light" panose="020F0302020204030204" pitchFamily="34" charset="0"/>
      <p:regular r:id="rId18"/>
      <p:italic r:id="rId19"/>
    </p:embeddedFont>
    <p:embeddedFont>
      <p:font typeface="Nunito Light" panose="020F0302020204030204" pitchFamily="34" charset="0"/>
      <p:regular r:id="rId20"/>
      <p:italic r:id="rId21"/>
    </p:embeddedFont>
    <p:embeddedFont>
      <p:font typeface="Outfit ExtraBold" pitchFamily="2" charset="0"/>
      <p:bold r:id="rId22"/>
    </p:embeddedFont>
    <p:embeddedFont>
      <p:font typeface="Outfit SemiBold" pitchFamily="2" charset="0"/>
      <p:regular r:id="rId23"/>
      <p:bold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4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1FA9783-7749-462E-A58D-64B99FE4ACD1}">
  <a:tblStyle styleId="{21FA9783-7749-462E-A58D-64B99FE4ACD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46CE86DC-8EA1-46C3-A9CF-CB73D0BDC29D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219"/>
    <p:restoredTop sz="94629"/>
  </p:normalViewPr>
  <p:slideViewPr>
    <p:cSldViewPr snapToGrid="0">
      <p:cViewPr>
        <p:scale>
          <a:sx n="120" d="100"/>
          <a:sy n="120" d="100"/>
        </p:scale>
        <p:origin x="144" y="46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6" name="Google Shape;2586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7" name="Google Shape;2587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Baseline model SHAP (all predictors except HbA1c), why removed only smoking history and kept heart disease and hypertension</a:t>
            </a:r>
          </a:p>
          <a:p>
            <a:r>
              <a:rPr lang="en-US" dirty="0"/>
              <a:t>Experiment 2 is the best  (removed smoking history and RMSprop optimizer)</a:t>
            </a:r>
          </a:p>
          <a:p>
            <a:r>
              <a:rPr lang="en-US" dirty="0"/>
              <a:t>Talk about the performance</a:t>
            </a:r>
          </a:p>
          <a:p>
            <a:r>
              <a:rPr lang="en-US" dirty="0"/>
              <a:t>After ANN, did logistic regression and both models were evaluated.</a:t>
            </a:r>
          </a:p>
          <a:p>
            <a:r>
              <a:rPr lang="en-US" dirty="0"/>
              <a:t>Discuss the evaluation table, explain what is sensitivity and specificity, and conclude that ANN performed better</a:t>
            </a:r>
          </a:p>
        </p:txBody>
      </p:sp>
    </p:spTree>
    <p:extLst>
      <p:ext uri="{BB962C8B-B14F-4D97-AF65-F5344CB8AC3E}">
        <p14:creationId xmlns:p14="http://schemas.microsoft.com/office/powerpoint/2010/main" val="16234421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Talk about the classification table</a:t>
            </a:r>
          </a:p>
          <a:p>
            <a:r>
              <a:rPr lang="en-US" dirty="0"/>
              <a:t>What does sensitivity and specificity mean in this context</a:t>
            </a:r>
          </a:p>
          <a:p>
            <a:r>
              <a:rPr lang="en-US" dirty="0"/>
              <a:t>Conclusion to why female model is better than male model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09159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0" name="Google Shape;10;p2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" name="Google Shape;11;p2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" name="Google Shape;22;p2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" name="Google Shape;23;p2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2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5" name="Google Shape;35;p2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" name="Google Shape;38;p2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" name="Google Shape;43;p2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" name="Google Shape;45;p2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" name="Google Shape;46;p2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" name="Google Shape;47;p2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" name="Google Shape;48;p2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" name="Google Shape;49;p2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" name="Google Shape;50;p2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2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2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" name="Google Shape;53;p2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" name="Google Shape;54;p2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" name="Google Shape;55;p2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" name="Google Shape;57;p2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" name="Google Shape;58;p2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" name="Google Shape;59;p2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" name="Google Shape;60;p2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" name="Google Shape;61;p2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" name="Google Shape;62;p2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" name="Google Shape;63;p2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" name="Google Shape;64;p2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" name="Google Shape;65;p2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" name="Google Shape;66;p2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" name="Google Shape;67;p2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" name="Google Shape;68;p2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" name="Google Shape;69;p2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2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2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2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2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2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2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" name="Google Shape;76;p2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" name="Google Shape;77;p2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" name="Google Shape;78;p2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" name="Google Shape;79;p2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" name="Google Shape;80;p2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" name="Google Shape;81;p2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" name="Google Shape;82;p2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" name="Google Shape;83;p2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" name="Google Shape;84;p2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" name="Google Shape;85;p2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2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2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" name="Google Shape;88;p2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" name="Google Shape;89;p2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" name="Google Shape;90;p2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" name="Google Shape;91;p2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" name="Google Shape;92;p2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" name="Google Shape;93;p2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" name="Google Shape;94;p2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" name="Google Shape;95;p2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9" name="Google Shape;99;p2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0" name="Google Shape;100;p2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" name="Google Shape;102;p2"/>
          <p:cNvGrpSpPr/>
          <p:nvPr/>
        </p:nvGrpSpPr>
        <p:grpSpPr>
          <a:xfrm rot="10800000">
            <a:off x="711299" y="4"/>
            <a:ext cx="7721361" cy="453231"/>
            <a:chOff x="713261" y="4150779"/>
            <a:chExt cx="7721361" cy="453231"/>
          </a:xfrm>
        </p:grpSpPr>
        <p:grpSp>
          <p:nvGrpSpPr>
            <p:cNvPr id="103" name="Google Shape;103;p2"/>
            <p:cNvGrpSpPr/>
            <p:nvPr/>
          </p:nvGrpSpPr>
          <p:grpSpPr>
            <a:xfrm>
              <a:off x="713261" y="4150779"/>
              <a:ext cx="4528741" cy="453231"/>
              <a:chOff x="2226811" y="890954"/>
              <a:chExt cx="4528741" cy="453231"/>
            </a:xfrm>
          </p:grpSpPr>
          <p:sp>
            <p:nvSpPr>
              <p:cNvPr id="104" name="Google Shape;104;p2"/>
              <p:cNvSpPr/>
              <p:nvPr/>
            </p:nvSpPr>
            <p:spPr>
              <a:xfrm>
                <a:off x="3450556" y="1155076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" name="Google Shape;105;p2"/>
              <p:cNvSpPr/>
              <p:nvPr/>
            </p:nvSpPr>
            <p:spPr>
              <a:xfrm>
                <a:off x="3909737" y="1006185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" name="Google Shape;106;p2"/>
              <p:cNvSpPr/>
              <p:nvPr/>
            </p:nvSpPr>
            <p:spPr>
              <a:xfrm>
                <a:off x="4521241" y="890954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" name="Google Shape;107;p2"/>
              <p:cNvSpPr/>
              <p:nvPr/>
            </p:nvSpPr>
            <p:spPr>
              <a:xfrm>
                <a:off x="5439602" y="960042"/>
                <a:ext cx="92205" cy="38414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47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" name="Google Shape;108;p2"/>
              <p:cNvSpPr/>
              <p:nvPr/>
            </p:nvSpPr>
            <p:spPr>
              <a:xfrm>
                <a:off x="4827361" y="1080063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" name="Google Shape;109;p2"/>
              <p:cNvSpPr/>
              <p:nvPr/>
            </p:nvSpPr>
            <p:spPr>
              <a:xfrm>
                <a:off x="3297865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" name="Google Shape;110;p2"/>
              <p:cNvSpPr/>
              <p:nvPr/>
            </p:nvSpPr>
            <p:spPr>
              <a:xfrm>
                <a:off x="3756677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" name="Google Shape;111;p2"/>
              <p:cNvSpPr/>
              <p:nvPr/>
            </p:nvSpPr>
            <p:spPr>
              <a:xfrm>
                <a:off x="4368549" y="1066573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" name="Google Shape;112;p2"/>
              <p:cNvSpPr/>
              <p:nvPr/>
            </p:nvSpPr>
            <p:spPr>
              <a:xfrm>
                <a:off x="5133482" y="1222651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3" name="Google Shape;113;p2"/>
              <p:cNvSpPr/>
              <p:nvPr/>
            </p:nvSpPr>
            <p:spPr>
              <a:xfrm>
                <a:off x="5898415" y="1283418"/>
                <a:ext cx="92205" cy="6076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" name="Google Shape;114;p2"/>
              <p:cNvSpPr/>
              <p:nvPr/>
            </p:nvSpPr>
            <p:spPr>
              <a:xfrm>
                <a:off x="5745354" y="1188738"/>
                <a:ext cx="92205" cy="15544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3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" name="Google Shape;115;p2"/>
              <p:cNvSpPr/>
              <p:nvPr/>
            </p:nvSpPr>
            <p:spPr>
              <a:xfrm>
                <a:off x="6510287" y="1215213"/>
                <a:ext cx="92574" cy="12897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023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023"/>
                    </a:lnTo>
                    <a:lnTo>
                      <a:pt x="0" y="10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" name="Google Shape;116;p2"/>
              <p:cNvSpPr/>
              <p:nvPr/>
            </p:nvSpPr>
            <p:spPr>
              <a:xfrm>
                <a:off x="6357595" y="1255556"/>
                <a:ext cx="92205" cy="8862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0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03"/>
                    </a:lnTo>
                    <a:lnTo>
                      <a:pt x="0" y="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" name="Google Shape;117;p2"/>
              <p:cNvSpPr/>
              <p:nvPr/>
            </p:nvSpPr>
            <p:spPr>
              <a:xfrm>
                <a:off x="6663347" y="1236897"/>
                <a:ext cx="92205" cy="1072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85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851"/>
                    </a:lnTo>
                    <a:lnTo>
                      <a:pt x="0" y="8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" name="Google Shape;118;p2"/>
              <p:cNvSpPr/>
              <p:nvPr/>
            </p:nvSpPr>
            <p:spPr>
              <a:xfrm>
                <a:off x="6204535" y="1126710"/>
                <a:ext cx="92205" cy="21747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72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725"/>
                    </a:lnTo>
                    <a:lnTo>
                      <a:pt x="0" y="1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" name="Google Shape;119;p2"/>
              <p:cNvSpPr/>
              <p:nvPr/>
            </p:nvSpPr>
            <p:spPr>
              <a:xfrm>
                <a:off x="5286542" y="1168692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" name="Google Shape;120;p2"/>
              <p:cNvSpPr/>
              <p:nvPr/>
            </p:nvSpPr>
            <p:spPr>
              <a:xfrm>
                <a:off x="4062797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" name="Google Shape;121;p2"/>
              <p:cNvSpPr/>
              <p:nvPr/>
            </p:nvSpPr>
            <p:spPr>
              <a:xfrm>
                <a:off x="2991744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2" name="Google Shape;122;p2"/>
              <p:cNvSpPr/>
              <p:nvPr/>
            </p:nvSpPr>
            <p:spPr>
              <a:xfrm>
                <a:off x="2685624" y="1247992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3" name="Google Shape;123;p2"/>
              <p:cNvSpPr/>
              <p:nvPr/>
            </p:nvSpPr>
            <p:spPr>
              <a:xfrm>
                <a:off x="2379503" y="1248118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4" name="Google Shape;124;p2"/>
              <p:cNvSpPr/>
              <p:nvPr/>
            </p:nvSpPr>
            <p:spPr>
              <a:xfrm>
                <a:off x="2532563" y="1183569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5" name="Google Shape;125;p2"/>
              <p:cNvSpPr/>
              <p:nvPr/>
            </p:nvSpPr>
            <p:spPr>
              <a:xfrm>
                <a:off x="3144804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6" name="Google Shape;126;p2"/>
              <p:cNvSpPr/>
              <p:nvPr/>
            </p:nvSpPr>
            <p:spPr>
              <a:xfrm>
                <a:off x="3603617" y="1283040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7" name="Google Shape;127;p2"/>
              <p:cNvSpPr/>
              <p:nvPr/>
            </p:nvSpPr>
            <p:spPr>
              <a:xfrm>
                <a:off x="4215858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8" name="Google Shape;128;p2"/>
              <p:cNvSpPr/>
              <p:nvPr/>
            </p:nvSpPr>
            <p:spPr>
              <a:xfrm>
                <a:off x="4980422" y="1114481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" name="Google Shape;129;p2"/>
              <p:cNvSpPr/>
              <p:nvPr/>
            </p:nvSpPr>
            <p:spPr>
              <a:xfrm>
                <a:off x="4674301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" name="Google Shape;130;p2"/>
              <p:cNvSpPr/>
              <p:nvPr/>
            </p:nvSpPr>
            <p:spPr>
              <a:xfrm>
                <a:off x="5592294" y="1306111"/>
                <a:ext cx="92574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" name="Google Shape;131;p2"/>
              <p:cNvSpPr/>
              <p:nvPr/>
            </p:nvSpPr>
            <p:spPr>
              <a:xfrm>
                <a:off x="6051475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2" name="Google Shape;132;p2"/>
              <p:cNvSpPr/>
              <p:nvPr/>
            </p:nvSpPr>
            <p:spPr>
              <a:xfrm>
                <a:off x="2838684" y="1313676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3" name="Google Shape;133;p2"/>
              <p:cNvSpPr/>
              <p:nvPr/>
            </p:nvSpPr>
            <p:spPr>
              <a:xfrm>
                <a:off x="2226811" y="1105404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34" name="Google Shape;134;p2"/>
            <p:cNvGrpSpPr/>
            <p:nvPr/>
          </p:nvGrpSpPr>
          <p:grpSpPr>
            <a:xfrm>
              <a:off x="5301739" y="4150779"/>
              <a:ext cx="3132883" cy="453231"/>
              <a:chOff x="5301739" y="4150779"/>
              <a:chExt cx="3132883" cy="453231"/>
            </a:xfrm>
          </p:grpSpPr>
          <p:sp>
            <p:nvSpPr>
              <p:cNvPr id="135" name="Google Shape;135;p2"/>
              <p:cNvSpPr/>
              <p:nvPr/>
            </p:nvSpPr>
            <p:spPr>
              <a:xfrm>
                <a:off x="6517641" y="4414901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6" name="Google Shape;136;p2"/>
              <p:cNvSpPr/>
              <p:nvPr/>
            </p:nvSpPr>
            <p:spPr>
              <a:xfrm>
                <a:off x="6974204" y="4266010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7" name="Google Shape;137;p2"/>
              <p:cNvSpPr/>
              <p:nvPr/>
            </p:nvSpPr>
            <p:spPr>
              <a:xfrm>
                <a:off x="7582340" y="4150779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8" name="Google Shape;138;p2"/>
              <p:cNvSpPr/>
              <p:nvPr/>
            </p:nvSpPr>
            <p:spPr>
              <a:xfrm>
                <a:off x="7886592" y="4339888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9" name="Google Shape;139;p2"/>
              <p:cNvSpPr/>
              <p:nvPr/>
            </p:nvSpPr>
            <p:spPr>
              <a:xfrm>
                <a:off x="6365700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0" name="Google Shape;140;p2"/>
              <p:cNvSpPr/>
              <p:nvPr/>
            </p:nvSpPr>
            <p:spPr>
              <a:xfrm>
                <a:off x="6822262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1" name="Google Shape;141;p2"/>
              <p:cNvSpPr/>
              <p:nvPr/>
            </p:nvSpPr>
            <p:spPr>
              <a:xfrm>
                <a:off x="7430029" y="4326398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2" name="Google Shape;142;p2"/>
              <p:cNvSpPr/>
              <p:nvPr/>
            </p:nvSpPr>
            <p:spPr>
              <a:xfrm>
                <a:off x="8190475" y="4482476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3" name="Google Shape;143;p2"/>
              <p:cNvSpPr/>
              <p:nvPr/>
            </p:nvSpPr>
            <p:spPr>
              <a:xfrm>
                <a:off x="8342417" y="4428517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4" name="Google Shape;144;p2"/>
              <p:cNvSpPr/>
              <p:nvPr/>
            </p:nvSpPr>
            <p:spPr>
              <a:xfrm>
                <a:off x="7126146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2"/>
              <p:cNvSpPr/>
              <p:nvPr/>
            </p:nvSpPr>
            <p:spPr>
              <a:xfrm>
                <a:off x="6061816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6" name="Google Shape;146;p2"/>
              <p:cNvSpPr/>
              <p:nvPr/>
            </p:nvSpPr>
            <p:spPr>
              <a:xfrm>
                <a:off x="5757933" y="4507817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7" name="Google Shape;147;p2"/>
              <p:cNvSpPr/>
              <p:nvPr/>
            </p:nvSpPr>
            <p:spPr>
              <a:xfrm>
                <a:off x="5453681" y="4507943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2"/>
              <p:cNvSpPr/>
              <p:nvPr/>
            </p:nvSpPr>
            <p:spPr>
              <a:xfrm>
                <a:off x="5605991" y="4443394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2"/>
              <p:cNvSpPr/>
              <p:nvPr/>
            </p:nvSpPr>
            <p:spPr>
              <a:xfrm>
                <a:off x="621375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0" name="Google Shape;150;p2"/>
              <p:cNvSpPr/>
              <p:nvPr/>
            </p:nvSpPr>
            <p:spPr>
              <a:xfrm>
                <a:off x="6669952" y="4542865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1" name="Google Shape;151;p2"/>
              <p:cNvSpPr/>
              <p:nvPr/>
            </p:nvSpPr>
            <p:spPr>
              <a:xfrm>
                <a:off x="727808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2" name="Google Shape;152;p2"/>
              <p:cNvSpPr/>
              <p:nvPr/>
            </p:nvSpPr>
            <p:spPr>
              <a:xfrm>
                <a:off x="8038534" y="4374306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3" name="Google Shape;153;p2"/>
              <p:cNvSpPr/>
              <p:nvPr/>
            </p:nvSpPr>
            <p:spPr>
              <a:xfrm>
                <a:off x="7734650" y="4565936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4" name="Google Shape;154;p2"/>
              <p:cNvSpPr/>
              <p:nvPr/>
            </p:nvSpPr>
            <p:spPr>
              <a:xfrm>
                <a:off x="5909875" y="4573501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5" name="Google Shape;155;p2"/>
              <p:cNvSpPr/>
              <p:nvPr/>
            </p:nvSpPr>
            <p:spPr>
              <a:xfrm>
                <a:off x="5301739" y="4365229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56" name="Google Shape;156;p2"/>
          <p:cNvGrpSpPr/>
          <p:nvPr/>
        </p:nvGrpSpPr>
        <p:grpSpPr>
          <a:xfrm>
            <a:off x="711324" y="4690279"/>
            <a:ext cx="7721361" cy="453231"/>
            <a:chOff x="713261" y="4150779"/>
            <a:chExt cx="7721361" cy="453231"/>
          </a:xfrm>
        </p:grpSpPr>
        <p:grpSp>
          <p:nvGrpSpPr>
            <p:cNvPr id="157" name="Google Shape;157;p2"/>
            <p:cNvGrpSpPr/>
            <p:nvPr/>
          </p:nvGrpSpPr>
          <p:grpSpPr>
            <a:xfrm>
              <a:off x="713261" y="4150779"/>
              <a:ext cx="4528741" cy="453231"/>
              <a:chOff x="2226811" y="890954"/>
              <a:chExt cx="4528741" cy="453231"/>
            </a:xfrm>
          </p:grpSpPr>
          <p:sp>
            <p:nvSpPr>
              <p:cNvPr id="158" name="Google Shape;158;p2"/>
              <p:cNvSpPr/>
              <p:nvPr/>
            </p:nvSpPr>
            <p:spPr>
              <a:xfrm>
                <a:off x="3450556" y="1155076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2"/>
              <p:cNvSpPr/>
              <p:nvPr/>
            </p:nvSpPr>
            <p:spPr>
              <a:xfrm>
                <a:off x="3909737" y="1006185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0" name="Google Shape;160;p2"/>
              <p:cNvSpPr/>
              <p:nvPr/>
            </p:nvSpPr>
            <p:spPr>
              <a:xfrm>
                <a:off x="4521241" y="890954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1" name="Google Shape;161;p2"/>
              <p:cNvSpPr/>
              <p:nvPr/>
            </p:nvSpPr>
            <p:spPr>
              <a:xfrm>
                <a:off x="5439602" y="960042"/>
                <a:ext cx="92205" cy="38414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47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47"/>
                    </a:lnTo>
                    <a:lnTo>
                      <a:pt x="0" y="304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2" name="Google Shape;162;p2"/>
              <p:cNvSpPr/>
              <p:nvPr/>
            </p:nvSpPr>
            <p:spPr>
              <a:xfrm>
                <a:off x="4827361" y="1080063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3" name="Google Shape;163;p2"/>
              <p:cNvSpPr/>
              <p:nvPr/>
            </p:nvSpPr>
            <p:spPr>
              <a:xfrm>
                <a:off x="3297865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4" name="Google Shape;164;p2"/>
              <p:cNvSpPr/>
              <p:nvPr/>
            </p:nvSpPr>
            <p:spPr>
              <a:xfrm>
                <a:off x="3756677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5" name="Google Shape;165;p2"/>
              <p:cNvSpPr/>
              <p:nvPr/>
            </p:nvSpPr>
            <p:spPr>
              <a:xfrm>
                <a:off x="4368549" y="1066573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6" name="Google Shape;166;p2"/>
              <p:cNvSpPr/>
              <p:nvPr/>
            </p:nvSpPr>
            <p:spPr>
              <a:xfrm>
                <a:off x="5133482" y="1222651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7" name="Google Shape;167;p2"/>
              <p:cNvSpPr/>
              <p:nvPr/>
            </p:nvSpPr>
            <p:spPr>
              <a:xfrm>
                <a:off x="5898415" y="1283418"/>
                <a:ext cx="92205" cy="6076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2"/>
                    </a:lnTo>
                    <a:lnTo>
                      <a:pt x="0" y="48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8" name="Google Shape;168;p2"/>
              <p:cNvSpPr/>
              <p:nvPr/>
            </p:nvSpPr>
            <p:spPr>
              <a:xfrm>
                <a:off x="5745354" y="1188738"/>
                <a:ext cx="92205" cy="155447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3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33"/>
                    </a:lnTo>
                    <a:lnTo>
                      <a:pt x="0" y="123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9" name="Google Shape;169;p2"/>
              <p:cNvSpPr/>
              <p:nvPr/>
            </p:nvSpPr>
            <p:spPr>
              <a:xfrm>
                <a:off x="6510287" y="1215213"/>
                <a:ext cx="92574" cy="12897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023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023"/>
                    </a:lnTo>
                    <a:lnTo>
                      <a:pt x="0" y="102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0" name="Google Shape;170;p2"/>
              <p:cNvSpPr/>
              <p:nvPr/>
            </p:nvSpPr>
            <p:spPr>
              <a:xfrm>
                <a:off x="6357595" y="1255556"/>
                <a:ext cx="92205" cy="8862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0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03"/>
                    </a:lnTo>
                    <a:lnTo>
                      <a:pt x="0" y="70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1" name="Google Shape;171;p2"/>
              <p:cNvSpPr/>
              <p:nvPr/>
            </p:nvSpPr>
            <p:spPr>
              <a:xfrm>
                <a:off x="6663347" y="1236897"/>
                <a:ext cx="92205" cy="107288"/>
              </a:xfrm>
              <a:custGeom>
                <a:avLst/>
                <a:gdLst/>
                <a:ahLst/>
                <a:cxnLst/>
                <a:rect l="l" t="t" r="r" b="b"/>
                <a:pathLst>
                  <a:path w="250" h="85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851"/>
                    </a:lnTo>
                    <a:lnTo>
                      <a:pt x="0" y="85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2" name="Google Shape;172;p2"/>
              <p:cNvSpPr/>
              <p:nvPr/>
            </p:nvSpPr>
            <p:spPr>
              <a:xfrm>
                <a:off x="6204535" y="1126710"/>
                <a:ext cx="92205" cy="21747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72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725"/>
                    </a:lnTo>
                    <a:lnTo>
                      <a:pt x="0" y="172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3" name="Google Shape;173;p2"/>
              <p:cNvSpPr/>
              <p:nvPr/>
            </p:nvSpPr>
            <p:spPr>
              <a:xfrm>
                <a:off x="5286542" y="1168692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2"/>
              <p:cNvSpPr/>
              <p:nvPr/>
            </p:nvSpPr>
            <p:spPr>
              <a:xfrm>
                <a:off x="4062797" y="1196806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2"/>
              <p:cNvSpPr/>
              <p:nvPr/>
            </p:nvSpPr>
            <p:spPr>
              <a:xfrm>
                <a:off x="2991744" y="1196932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6" name="Google Shape;176;p2"/>
              <p:cNvSpPr/>
              <p:nvPr/>
            </p:nvSpPr>
            <p:spPr>
              <a:xfrm>
                <a:off x="2685624" y="1247992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7" name="Google Shape;177;p2"/>
              <p:cNvSpPr/>
              <p:nvPr/>
            </p:nvSpPr>
            <p:spPr>
              <a:xfrm>
                <a:off x="2379503" y="1248118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8" name="Google Shape;178;p2"/>
              <p:cNvSpPr/>
              <p:nvPr/>
            </p:nvSpPr>
            <p:spPr>
              <a:xfrm>
                <a:off x="2532563" y="1183569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9" name="Google Shape;179;p2"/>
              <p:cNvSpPr/>
              <p:nvPr/>
            </p:nvSpPr>
            <p:spPr>
              <a:xfrm>
                <a:off x="3144804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0" name="Google Shape;180;p2"/>
              <p:cNvSpPr/>
              <p:nvPr/>
            </p:nvSpPr>
            <p:spPr>
              <a:xfrm>
                <a:off x="3603617" y="1283040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1" name="Google Shape;181;p2"/>
              <p:cNvSpPr/>
              <p:nvPr/>
            </p:nvSpPr>
            <p:spPr>
              <a:xfrm>
                <a:off x="4215858" y="1283040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2" name="Google Shape;182;p2"/>
              <p:cNvSpPr/>
              <p:nvPr/>
            </p:nvSpPr>
            <p:spPr>
              <a:xfrm>
                <a:off x="4980422" y="1114481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3" name="Google Shape;183;p2"/>
              <p:cNvSpPr/>
              <p:nvPr/>
            </p:nvSpPr>
            <p:spPr>
              <a:xfrm>
                <a:off x="4674301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4" name="Google Shape;184;p2"/>
              <p:cNvSpPr/>
              <p:nvPr/>
            </p:nvSpPr>
            <p:spPr>
              <a:xfrm>
                <a:off x="5592294" y="1306111"/>
                <a:ext cx="92574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2"/>
              <p:cNvSpPr/>
              <p:nvPr/>
            </p:nvSpPr>
            <p:spPr>
              <a:xfrm>
                <a:off x="6051475" y="1306111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2"/>
              <p:cNvSpPr/>
              <p:nvPr/>
            </p:nvSpPr>
            <p:spPr>
              <a:xfrm>
                <a:off x="2838684" y="1313676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2"/>
              <p:cNvSpPr/>
              <p:nvPr/>
            </p:nvSpPr>
            <p:spPr>
              <a:xfrm>
                <a:off x="2226811" y="1105404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8" name="Google Shape;188;p2"/>
            <p:cNvGrpSpPr/>
            <p:nvPr/>
          </p:nvGrpSpPr>
          <p:grpSpPr>
            <a:xfrm>
              <a:off x="5301739" y="4150779"/>
              <a:ext cx="3132883" cy="453231"/>
              <a:chOff x="5301739" y="4150779"/>
              <a:chExt cx="3132883" cy="453231"/>
            </a:xfrm>
          </p:grpSpPr>
          <p:sp>
            <p:nvSpPr>
              <p:cNvPr id="189" name="Google Shape;189;p2"/>
              <p:cNvSpPr/>
              <p:nvPr/>
            </p:nvSpPr>
            <p:spPr>
              <a:xfrm>
                <a:off x="6517641" y="4414901"/>
                <a:ext cx="92574" cy="189109"/>
              </a:xfrm>
              <a:custGeom>
                <a:avLst/>
                <a:gdLst/>
                <a:ahLst/>
                <a:cxnLst/>
                <a:rect l="l" t="t" r="r" b="b"/>
                <a:pathLst>
                  <a:path w="251" h="1500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1500"/>
                    </a:lnTo>
                    <a:lnTo>
                      <a:pt x="0" y="15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2"/>
              <p:cNvSpPr/>
              <p:nvPr/>
            </p:nvSpPr>
            <p:spPr>
              <a:xfrm>
                <a:off x="6974204" y="4266010"/>
                <a:ext cx="92205" cy="33800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681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681"/>
                    </a:lnTo>
                    <a:lnTo>
                      <a:pt x="0" y="26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2"/>
              <p:cNvSpPr/>
              <p:nvPr/>
            </p:nvSpPr>
            <p:spPr>
              <a:xfrm>
                <a:off x="7582340" y="4150779"/>
                <a:ext cx="92574" cy="453231"/>
              </a:xfrm>
              <a:custGeom>
                <a:avLst/>
                <a:gdLst/>
                <a:ahLst/>
                <a:cxnLst/>
                <a:rect l="l" t="t" r="r" b="b"/>
                <a:pathLst>
                  <a:path w="251" h="359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3595"/>
                    </a:lnTo>
                    <a:lnTo>
                      <a:pt x="0" y="35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2"/>
              <p:cNvSpPr/>
              <p:nvPr/>
            </p:nvSpPr>
            <p:spPr>
              <a:xfrm>
                <a:off x="7886592" y="4339888"/>
                <a:ext cx="92205" cy="264122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09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095"/>
                    </a:lnTo>
                    <a:lnTo>
                      <a:pt x="0" y="209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2"/>
              <p:cNvSpPr/>
              <p:nvPr/>
            </p:nvSpPr>
            <p:spPr>
              <a:xfrm>
                <a:off x="6365700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2"/>
              <p:cNvSpPr/>
              <p:nvPr/>
            </p:nvSpPr>
            <p:spPr>
              <a:xfrm>
                <a:off x="6822262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2"/>
              <p:cNvSpPr/>
              <p:nvPr/>
            </p:nvSpPr>
            <p:spPr>
              <a:xfrm>
                <a:off x="7430029" y="4326398"/>
                <a:ext cx="92574" cy="277612"/>
              </a:xfrm>
              <a:custGeom>
                <a:avLst/>
                <a:gdLst/>
                <a:ahLst/>
                <a:cxnLst/>
                <a:rect l="l" t="t" r="r" b="b"/>
                <a:pathLst>
                  <a:path w="251" h="220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2202"/>
                    </a:lnTo>
                    <a:lnTo>
                      <a:pt x="0" y="22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2"/>
              <p:cNvSpPr/>
              <p:nvPr/>
            </p:nvSpPr>
            <p:spPr>
              <a:xfrm>
                <a:off x="8190475" y="4482476"/>
                <a:ext cx="92205" cy="12153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96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964"/>
                    </a:lnTo>
                    <a:lnTo>
                      <a:pt x="0" y="96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2"/>
              <p:cNvSpPr/>
              <p:nvPr/>
            </p:nvSpPr>
            <p:spPr>
              <a:xfrm>
                <a:off x="8342417" y="4428517"/>
                <a:ext cx="92205" cy="1754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39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392"/>
                    </a:lnTo>
                    <a:lnTo>
                      <a:pt x="0" y="139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2"/>
              <p:cNvSpPr/>
              <p:nvPr/>
            </p:nvSpPr>
            <p:spPr>
              <a:xfrm>
                <a:off x="7126146" y="4456631"/>
                <a:ext cx="92205" cy="147379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9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9"/>
                    </a:lnTo>
                    <a:lnTo>
                      <a:pt x="0" y="1169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2"/>
              <p:cNvSpPr/>
              <p:nvPr/>
            </p:nvSpPr>
            <p:spPr>
              <a:xfrm>
                <a:off x="6061816" y="4456757"/>
                <a:ext cx="92205" cy="14725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168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168"/>
                    </a:lnTo>
                    <a:lnTo>
                      <a:pt x="0" y="116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2"/>
              <p:cNvSpPr/>
              <p:nvPr/>
            </p:nvSpPr>
            <p:spPr>
              <a:xfrm>
                <a:off x="5757933" y="4507817"/>
                <a:ext cx="92205" cy="96193"/>
              </a:xfrm>
              <a:custGeom>
                <a:avLst/>
                <a:gdLst/>
                <a:ahLst/>
                <a:cxnLst/>
                <a:rect l="l" t="t" r="r" b="b"/>
                <a:pathLst>
                  <a:path w="250" h="763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763"/>
                    </a:lnTo>
                    <a:lnTo>
                      <a:pt x="0" y="76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2"/>
              <p:cNvSpPr/>
              <p:nvPr/>
            </p:nvSpPr>
            <p:spPr>
              <a:xfrm>
                <a:off x="5453681" y="4507943"/>
                <a:ext cx="92574" cy="96067"/>
              </a:xfrm>
              <a:custGeom>
                <a:avLst/>
                <a:gdLst/>
                <a:ahLst/>
                <a:cxnLst/>
                <a:rect l="l" t="t" r="r" b="b"/>
                <a:pathLst>
                  <a:path w="251" h="762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762"/>
                    </a:lnTo>
                    <a:lnTo>
                      <a:pt x="0" y="7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2"/>
              <p:cNvSpPr/>
              <p:nvPr/>
            </p:nvSpPr>
            <p:spPr>
              <a:xfrm>
                <a:off x="5605991" y="4443394"/>
                <a:ext cx="92205" cy="160616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27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274"/>
                    </a:lnTo>
                    <a:lnTo>
                      <a:pt x="0" y="127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2"/>
              <p:cNvSpPr/>
              <p:nvPr/>
            </p:nvSpPr>
            <p:spPr>
              <a:xfrm>
                <a:off x="621375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2"/>
              <p:cNvSpPr/>
              <p:nvPr/>
            </p:nvSpPr>
            <p:spPr>
              <a:xfrm>
                <a:off x="6669952" y="4542865"/>
                <a:ext cx="92574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1" h="485" extrusionOk="0">
                    <a:moveTo>
                      <a:pt x="0" y="0"/>
                    </a:moveTo>
                    <a:lnTo>
                      <a:pt x="251" y="0"/>
                    </a:lnTo>
                    <a:lnTo>
                      <a:pt x="251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5" name="Google Shape;205;p2"/>
              <p:cNvSpPr/>
              <p:nvPr/>
            </p:nvSpPr>
            <p:spPr>
              <a:xfrm>
                <a:off x="7278088" y="4542865"/>
                <a:ext cx="92205" cy="61145"/>
              </a:xfrm>
              <a:custGeom>
                <a:avLst/>
                <a:gdLst/>
                <a:ahLst/>
                <a:cxnLst/>
                <a:rect l="l" t="t" r="r" b="b"/>
                <a:pathLst>
                  <a:path w="250" h="485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485"/>
                    </a:lnTo>
                    <a:lnTo>
                      <a:pt x="0" y="48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6" name="Google Shape;206;p2"/>
              <p:cNvSpPr/>
              <p:nvPr/>
            </p:nvSpPr>
            <p:spPr>
              <a:xfrm>
                <a:off x="8038534" y="4374306"/>
                <a:ext cx="92205" cy="22970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2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22"/>
                    </a:lnTo>
                    <a:lnTo>
                      <a:pt x="0" y="18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7" name="Google Shape;207;p2"/>
              <p:cNvSpPr/>
              <p:nvPr/>
            </p:nvSpPr>
            <p:spPr>
              <a:xfrm>
                <a:off x="7734650" y="4565936"/>
                <a:ext cx="92205" cy="38074"/>
              </a:xfrm>
              <a:custGeom>
                <a:avLst/>
                <a:gdLst/>
                <a:ahLst/>
                <a:cxnLst/>
                <a:rect l="l" t="t" r="r" b="b"/>
                <a:pathLst>
                  <a:path w="250" h="30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302"/>
                    </a:lnTo>
                    <a:lnTo>
                      <a:pt x="0" y="30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8" name="Google Shape;208;p2"/>
              <p:cNvSpPr/>
              <p:nvPr/>
            </p:nvSpPr>
            <p:spPr>
              <a:xfrm>
                <a:off x="5909875" y="4573501"/>
                <a:ext cx="92205" cy="30510"/>
              </a:xfrm>
              <a:custGeom>
                <a:avLst/>
                <a:gdLst/>
                <a:ahLst/>
                <a:cxnLst/>
                <a:rect l="l" t="t" r="r" b="b"/>
                <a:pathLst>
                  <a:path w="250" h="242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242"/>
                    </a:lnTo>
                    <a:lnTo>
                      <a:pt x="0" y="24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2100" rIns="90000" bIns="421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9" name="Google Shape;209;p2"/>
              <p:cNvSpPr/>
              <p:nvPr/>
            </p:nvSpPr>
            <p:spPr>
              <a:xfrm>
                <a:off x="5301739" y="4365229"/>
                <a:ext cx="92205" cy="238781"/>
              </a:xfrm>
              <a:custGeom>
                <a:avLst/>
                <a:gdLst/>
                <a:ahLst/>
                <a:cxnLst/>
                <a:rect l="l" t="t" r="r" b="b"/>
                <a:pathLst>
                  <a:path w="250" h="1894" extrusionOk="0">
                    <a:moveTo>
                      <a:pt x="0" y="0"/>
                    </a:moveTo>
                    <a:lnTo>
                      <a:pt x="250" y="0"/>
                    </a:lnTo>
                    <a:lnTo>
                      <a:pt x="250" y="1894"/>
                    </a:lnTo>
                    <a:lnTo>
                      <a:pt x="0" y="18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0000" tIns="45000" rIns="90000" bIns="45000" anchor="ctr" anchorCtr="1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 b="0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0" name="Google Shape;210;p2"/>
          <p:cNvSpPr txBox="1">
            <a:spLocks noGrp="1"/>
          </p:cNvSpPr>
          <p:nvPr>
            <p:ph type="ctrTitle"/>
          </p:nvPr>
        </p:nvSpPr>
        <p:spPr>
          <a:xfrm>
            <a:off x="713225" y="1570400"/>
            <a:ext cx="77175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7000"/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211" name="Google Shape;211;p2"/>
          <p:cNvSpPr txBox="1">
            <a:spLocks noGrp="1"/>
          </p:cNvSpPr>
          <p:nvPr>
            <p:ph type="subTitle" idx="1"/>
          </p:nvPr>
        </p:nvSpPr>
        <p:spPr>
          <a:xfrm>
            <a:off x="713225" y="3180500"/>
            <a:ext cx="7721400" cy="47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 sz="18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5" name="Google Shape;375;p4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376" name="Google Shape;376;p4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4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4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4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4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4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4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4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4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4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4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4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4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4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4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4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4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4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4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4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4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4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4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4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4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4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4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4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4" name="Google Shape;404;p4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5" name="Google Shape;405;p4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6" name="Google Shape;406;p4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7" name="Google Shape;407;p4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8" name="Google Shape;408;p4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9" name="Google Shape;409;p4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0" name="Google Shape;410;p4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1" name="Google Shape;411;p4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2" name="Google Shape;412;p4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3" name="Google Shape;413;p4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4" name="Google Shape;414;p4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5" name="Google Shape;415;p4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6" name="Google Shape;416;p4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7" name="Google Shape;417;p4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8" name="Google Shape;418;p4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9" name="Google Shape;419;p4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0" name="Google Shape;420;p4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1" name="Google Shape;421;p4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4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3" name="Google Shape;423;p4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4" name="Google Shape;424;p4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5" name="Google Shape;425;p4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6" name="Google Shape;426;p4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7" name="Google Shape;427;p4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8" name="Google Shape;428;p4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9" name="Google Shape;429;p4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0" name="Google Shape;430;p4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1" name="Google Shape;431;p4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2" name="Google Shape;432;p4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3" name="Google Shape;433;p4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4" name="Google Shape;434;p4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5" name="Google Shape;435;p4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6" name="Google Shape;436;p4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7" name="Google Shape;437;p4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8" name="Google Shape;438;p4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39" name="Google Shape;439;p4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0" name="Google Shape;440;p4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1" name="Google Shape;441;p4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2" name="Google Shape;442;p4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3" name="Google Shape;443;p4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4" name="Google Shape;444;p4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5" name="Google Shape;445;p4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6" name="Google Shape;446;p4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7" name="Google Shape;447;p4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8" name="Google Shape;448;p4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49" name="Google Shape;449;p4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0" name="Google Shape;450;p4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1" name="Google Shape;451;p4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2" name="Google Shape;452;p4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3" name="Google Shape;453;p4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4" name="Google Shape;454;p4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5" name="Google Shape;455;p4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6" name="Google Shape;456;p4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7" name="Google Shape;457;p4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8" name="Google Shape;458;p4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59" name="Google Shape;459;p4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0" name="Google Shape;460;p4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1" name="Google Shape;461;p4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2" name="Google Shape;462;p4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3" name="Google Shape;463;p4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4" name="Google Shape;464;p4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4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4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4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68" name="Google Shape;468;p4"/>
          <p:cNvGrpSpPr/>
          <p:nvPr/>
        </p:nvGrpSpPr>
        <p:grpSpPr>
          <a:xfrm>
            <a:off x="229136" y="121993"/>
            <a:ext cx="398326" cy="493698"/>
            <a:chOff x="5433840" y="2050560"/>
            <a:chExt cx="388800" cy="1409760"/>
          </a:xfrm>
        </p:grpSpPr>
        <p:sp>
          <p:nvSpPr>
            <p:cNvPr id="469" name="Google Shape;469;p4"/>
            <p:cNvSpPr/>
            <p:nvPr/>
          </p:nvSpPr>
          <p:spPr>
            <a:xfrm>
              <a:off x="5433840" y="2706120"/>
              <a:ext cx="90000" cy="754200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4"/>
            <p:cNvSpPr/>
            <p:nvPr/>
          </p:nvSpPr>
          <p:spPr>
            <a:xfrm>
              <a:off x="5732640" y="2050560"/>
              <a:ext cx="90000" cy="347040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1" name="Google Shape;471;p4"/>
            <p:cNvSpPr/>
            <p:nvPr/>
          </p:nvSpPr>
          <p:spPr>
            <a:xfrm>
              <a:off x="5583240" y="2050560"/>
              <a:ext cx="90000" cy="655920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472" name="Google Shape;472;p4"/>
          <p:cNvGrpSpPr/>
          <p:nvPr/>
        </p:nvGrpSpPr>
        <p:grpSpPr>
          <a:xfrm>
            <a:off x="8549592" y="4632154"/>
            <a:ext cx="398326" cy="422215"/>
            <a:chOff x="5882040" y="1693080"/>
            <a:chExt cx="388800" cy="1205640"/>
          </a:xfrm>
        </p:grpSpPr>
        <p:sp>
          <p:nvSpPr>
            <p:cNvPr id="473" name="Google Shape;473;p4"/>
            <p:cNvSpPr/>
            <p:nvPr/>
          </p:nvSpPr>
          <p:spPr>
            <a:xfrm>
              <a:off x="6031440" y="1801800"/>
              <a:ext cx="90000" cy="1096920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4" name="Google Shape;474;p4"/>
            <p:cNvSpPr/>
            <p:nvPr/>
          </p:nvSpPr>
          <p:spPr>
            <a:xfrm>
              <a:off x="5882040" y="2397600"/>
              <a:ext cx="90000" cy="501120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5" name="Google Shape;475;p4"/>
            <p:cNvSpPr/>
            <p:nvPr/>
          </p:nvSpPr>
          <p:spPr>
            <a:xfrm>
              <a:off x="6180480" y="1693080"/>
              <a:ext cx="90360" cy="108720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76" name="Google Shape;476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77" name="Google Shape;477;p4"/>
          <p:cNvSpPr txBox="1">
            <a:spLocks noGrp="1"/>
          </p:cNvSpPr>
          <p:nvPr>
            <p:ph type="body" idx="1"/>
          </p:nvPr>
        </p:nvSpPr>
        <p:spPr>
          <a:xfrm>
            <a:off x="720000" y="1215751"/>
            <a:ext cx="7704000" cy="33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9" name="Google Shape;479;p5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480" name="Google Shape;480;p5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1" name="Google Shape;481;p5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5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3" name="Google Shape;483;p5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4" name="Google Shape;484;p5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5" name="Google Shape;485;p5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6" name="Google Shape;486;p5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7" name="Google Shape;487;p5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5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5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5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5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5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5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5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5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5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5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5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5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5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1" name="Google Shape;501;p5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2" name="Google Shape;502;p5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3" name="Google Shape;503;p5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4" name="Google Shape;504;p5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5" name="Google Shape;505;p5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5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5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5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5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5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5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5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5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5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5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5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5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8" name="Google Shape;518;p5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9" name="Google Shape;519;p5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0" name="Google Shape;520;p5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1" name="Google Shape;521;p5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2" name="Google Shape;522;p5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3" name="Google Shape;523;p5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4" name="Google Shape;524;p5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5" name="Google Shape;525;p5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6" name="Google Shape;526;p5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7" name="Google Shape;527;p5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8" name="Google Shape;528;p5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9" name="Google Shape;529;p5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0" name="Google Shape;530;p5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1" name="Google Shape;531;p5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2" name="Google Shape;532;p5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3" name="Google Shape;533;p5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4" name="Google Shape;534;p5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5" name="Google Shape;535;p5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6" name="Google Shape;536;p5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7" name="Google Shape;537;p5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8" name="Google Shape;538;p5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39" name="Google Shape;539;p5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0" name="Google Shape;540;p5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1" name="Google Shape;541;p5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2" name="Google Shape;542;p5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3" name="Google Shape;543;p5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4" name="Google Shape;544;p5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5" name="Google Shape;545;p5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6" name="Google Shape;546;p5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7" name="Google Shape;547;p5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8" name="Google Shape;548;p5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49" name="Google Shape;549;p5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0" name="Google Shape;550;p5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1" name="Google Shape;551;p5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2" name="Google Shape;552;p5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3" name="Google Shape;553;p5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4" name="Google Shape;554;p5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5" name="Google Shape;555;p5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6" name="Google Shape;556;p5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7" name="Google Shape;557;p5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8" name="Google Shape;558;p5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59" name="Google Shape;559;p5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0" name="Google Shape;560;p5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1" name="Google Shape;561;p5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2" name="Google Shape;562;p5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3" name="Google Shape;563;p5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4" name="Google Shape;564;p5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5" name="Google Shape;565;p5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6" name="Google Shape;566;p5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7" name="Google Shape;567;p5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8" name="Google Shape;568;p5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69" name="Google Shape;569;p5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0" name="Google Shape;570;p5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71" name="Google Shape;571;p5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72" name="Google Shape;572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73" name="Google Shape;573;p5"/>
          <p:cNvSpPr txBox="1">
            <a:spLocks noGrp="1"/>
          </p:cNvSpPr>
          <p:nvPr>
            <p:ph type="subTitle" idx="1"/>
          </p:nvPr>
        </p:nvSpPr>
        <p:spPr>
          <a:xfrm>
            <a:off x="5194834" y="3542825"/>
            <a:ext cx="3229200" cy="10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4" name="Google Shape;574;p5"/>
          <p:cNvSpPr txBox="1">
            <a:spLocks noGrp="1"/>
          </p:cNvSpPr>
          <p:nvPr>
            <p:ph type="subTitle" idx="2"/>
          </p:nvPr>
        </p:nvSpPr>
        <p:spPr>
          <a:xfrm>
            <a:off x="720300" y="3542825"/>
            <a:ext cx="3229200" cy="10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400" b="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5" name="Google Shape;575;p5"/>
          <p:cNvSpPr txBox="1">
            <a:spLocks noGrp="1"/>
          </p:cNvSpPr>
          <p:nvPr>
            <p:ph type="subTitle" idx="3"/>
          </p:nvPr>
        </p:nvSpPr>
        <p:spPr>
          <a:xfrm>
            <a:off x="5194825" y="3122525"/>
            <a:ext cx="322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endParaRPr/>
          </a:p>
        </p:txBody>
      </p:sp>
      <p:sp>
        <p:nvSpPr>
          <p:cNvPr id="576" name="Google Shape;576;p5"/>
          <p:cNvSpPr txBox="1">
            <a:spLocks noGrp="1"/>
          </p:cNvSpPr>
          <p:nvPr>
            <p:ph type="subTitle" idx="4"/>
          </p:nvPr>
        </p:nvSpPr>
        <p:spPr>
          <a:xfrm>
            <a:off x="720000" y="3122525"/>
            <a:ext cx="3229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8" name="Google Shape;578;p6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579" name="Google Shape;579;p6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0" name="Google Shape;580;p6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1" name="Google Shape;581;p6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2" name="Google Shape;582;p6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3" name="Google Shape;583;p6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4" name="Google Shape;584;p6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5" name="Google Shape;585;p6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6" name="Google Shape;586;p6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7" name="Google Shape;587;p6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8" name="Google Shape;588;p6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89" name="Google Shape;589;p6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0" name="Google Shape;590;p6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1" name="Google Shape;591;p6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2" name="Google Shape;592;p6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3" name="Google Shape;593;p6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4" name="Google Shape;594;p6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6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6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6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6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6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6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6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2" name="Google Shape;602;p6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3" name="Google Shape;603;p6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6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5" name="Google Shape;605;p6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6" name="Google Shape;606;p6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6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8" name="Google Shape;608;p6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9" name="Google Shape;609;p6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6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6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2" name="Google Shape;612;p6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3" name="Google Shape;613;p6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6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6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6" name="Google Shape;616;p6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7" name="Google Shape;617;p6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6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6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6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1" name="Google Shape;621;p6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6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6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6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6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6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6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6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6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6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6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6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6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6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6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6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6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6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6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6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6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6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6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6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6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6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6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6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6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6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6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6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6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6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6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6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6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6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6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6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6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6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6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6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5" name="Google Shape;665;p6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6" name="Google Shape;666;p6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7" name="Google Shape;667;p6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8" name="Google Shape;668;p6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9" name="Google Shape;669;p6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0" name="Google Shape;670;p6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1" name="Google Shape;671;p6"/>
          <p:cNvGrpSpPr/>
          <p:nvPr/>
        </p:nvGrpSpPr>
        <p:grpSpPr>
          <a:xfrm>
            <a:off x="167252" y="4500432"/>
            <a:ext cx="397957" cy="577662"/>
            <a:chOff x="6031440" y="1249200"/>
            <a:chExt cx="388440" cy="1649520"/>
          </a:xfrm>
        </p:grpSpPr>
        <p:sp>
          <p:nvSpPr>
            <p:cNvPr id="672" name="Google Shape;672;p6"/>
            <p:cNvSpPr/>
            <p:nvPr/>
          </p:nvSpPr>
          <p:spPr>
            <a:xfrm>
              <a:off x="6031440" y="1801800"/>
              <a:ext cx="90000" cy="1096920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3" name="Google Shape;673;p6"/>
            <p:cNvSpPr/>
            <p:nvPr/>
          </p:nvSpPr>
          <p:spPr>
            <a:xfrm>
              <a:off x="6329880" y="1249200"/>
              <a:ext cx="90000" cy="443880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4" name="Google Shape;674;p6"/>
            <p:cNvSpPr/>
            <p:nvPr/>
          </p:nvSpPr>
          <p:spPr>
            <a:xfrm>
              <a:off x="6180480" y="1693080"/>
              <a:ext cx="90360" cy="108720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75" name="Google Shape;675;p6"/>
          <p:cNvGrpSpPr/>
          <p:nvPr/>
        </p:nvGrpSpPr>
        <p:grpSpPr>
          <a:xfrm>
            <a:off x="8488800" y="227548"/>
            <a:ext cx="398326" cy="217474"/>
            <a:chOff x="6628680" y="910440"/>
            <a:chExt cx="388800" cy="621000"/>
          </a:xfrm>
        </p:grpSpPr>
        <p:sp>
          <p:nvSpPr>
            <p:cNvPr id="676" name="Google Shape;676;p6"/>
            <p:cNvSpPr/>
            <p:nvPr/>
          </p:nvSpPr>
          <p:spPr>
            <a:xfrm>
              <a:off x="6927480" y="910440"/>
              <a:ext cx="90000" cy="253080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7" name="Google Shape;677;p6"/>
            <p:cNvSpPr/>
            <p:nvPr/>
          </p:nvSpPr>
          <p:spPr>
            <a:xfrm>
              <a:off x="6778080" y="910440"/>
              <a:ext cx="90000" cy="621000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6"/>
            <p:cNvSpPr/>
            <p:nvPr/>
          </p:nvSpPr>
          <p:spPr>
            <a:xfrm>
              <a:off x="6628680" y="1422720"/>
              <a:ext cx="90000" cy="108720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79" name="Google Shape;679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p7"/>
          <p:cNvSpPr>
            <a:spLocks noGrp="1"/>
          </p:cNvSpPr>
          <p:nvPr>
            <p:ph type="pic" idx="2"/>
          </p:nvPr>
        </p:nvSpPr>
        <p:spPr>
          <a:xfrm>
            <a:off x="5791200" y="0"/>
            <a:ext cx="33528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682" name="Google Shape;682;p7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683" name="Google Shape;683;p7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4" name="Google Shape;684;p7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5" name="Google Shape;685;p7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7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7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8" name="Google Shape;688;p7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9" name="Google Shape;689;p7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7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7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7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3" name="Google Shape;693;p7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4" name="Google Shape;694;p7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5" name="Google Shape;695;p7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6" name="Google Shape;696;p7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7" name="Google Shape;697;p7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8" name="Google Shape;698;p7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9" name="Google Shape;699;p7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0" name="Google Shape;700;p7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1" name="Google Shape;701;p7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2" name="Google Shape;702;p7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3" name="Google Shape;703;p7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4" name="Google Shape;704;p7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5" name="Google Shape;705;p7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6" name="Google Shape;706;p7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7" name="Google Shape;707;p7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8" name="Google Shape;708;p7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9" name="Google Shape;709;p7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0" name="Google Shape;710;p7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7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2" name="Google Shape;712;p7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3" name="Google Shape;713;p7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4" name="Google Shape;714;p7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5" name="Google Shape;715;p7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6" name="Google Shape;716;p7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7" name="Google Shape;717;p7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8" name="Google Shape;718;p7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9" name="Google Shape;719;p7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0" name="Google Shape;720;p7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1" name="Google Shape;721;p7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2" name="Google Shape;722;p7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7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7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7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7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7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8" name="Google Shape;728;p7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9" name="Google Shape;729;p7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0" name="Google Shape;730;p7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1" name="Google Shape;731;p7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2" name="Google Shape;732;p7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7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7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5" name="Google Shape;735;p7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6" name="Google Shape;736;p7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7" name="Google Shape;737;p7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8" name="Google Shape;738;p7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9" name="Google Shape;739;p7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0" name="Google Shape;740;p7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1" name="Google Shape;741;p7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2" name="Google Shape;742;p7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3" name="Google Shape;743;p7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4" name="Google Shape;744;p7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5" name="Google Shape;745;p7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6" name="Google Shape;746;p7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7" name="Google Shape;747;p7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7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7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7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7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7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7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7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7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7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7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7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7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7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7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7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7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7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7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7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7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7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7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7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1" name="Google Shape;771;p7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2" name="Google Shape;772;p7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3" name="Google Shape;773;p7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4" name="Google Shape;774;p7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5" name="Google Shape;775;p7"/>
          <p:cNvGrpSpPr/>
          <p:nvPr/>
        </p:nvGrpSpPr>
        <p:grpSpPr>
          <a:xfrm>
            <a:off x="171178" y="4694360"/>
            <a:ext cx="398326" cy="275215"/>
            <a:chOff x="4089960" y="2589480"/>
            <a:chExt cx="388800" cy="785880"/>
          </a:xfrm>
        </p:grpSpPr>
        <p:sp>
          <p:nvSpPr>
            <p:cNvPr id="776" name="Google Shape;776;p7"/>
            <p:cNvSpPr/>
            <p:nvPr/>
          </p:nvSpPr>
          <p:spPr>
            <a:xfrm>
              <a:off x="4089960" y="2835360"/>
              <a:ext cx="90360" cy="540000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7" name="Google Shape;777;p7"/>
            <p:cNvSpPr/>
            <p:nvPr/>
          </p:nvSpPr>
          <p:spPr>
            <a:xfrm>
              <a:off x="4388760" y="2589480"/>
              <a:ext cx="90000" cy="420480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8" name="Google Shape;778;p7"/>
            <p:cNvSpPr/>
            <p:nvPr/>
          </p:nvSpPr>
          <p:spPr>
            <a:xfrm>
              <a:off x="4239360" y="2835360"/>
              <a:ext cx="90360" cy="174600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79" name="Google Shape;779;p7"/>
          <p:cNvGrpSpPr/>
          <p:nvPr/>
        </p:nvGrpSpPr>
        <p:grpSpPr>
          <a:xfrm>
            <a:off x="171178" y="107035"/>
            <a:ext cx="398326" cy="337999"/>
            <a:chOff x="4538160" y="2589480"/>
            <a:chExt cx="388800" cy="965160"/>
          </a:xfrm>
        </p:grpSpPr>
        <p:sp>
          <p:nvSpPr>
            <p:cNvPr id="780" name="Google Shape;780;p7"/>
            <p:cNvSpPr/>
            <p:nvPr/>
          </p:nvSpPr>
          <p:spPr>
            <a:xfrm>
              <a:off x="4538160" y="2589480"/>
              <a:ext cx="90000" cy="96516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1" name="Google Shape;781;p7"/>
            <p:cNvSpPr/>
            <p:nvPr/>
          </p:nvSpPr>
          <p:spPr>
            <a:xfrm>
              <a:off x="4687560" y="3133800"/>
              <a:ext cx="90000" cy="420840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82" name="Google Shape;782;p7"/>
            <p:cNvSpPr/>
            <p:nvPr/>
          </p:nvSpPr>
          <p:spPr>
            <a:xfrm>
              <a:off x="4836960" y="2959200"/>
              <a:ext cx="90000" cy="174600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83" name="Google Shape;783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4160700" cy="101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84" name="Google Shape;784;p7"/>
          <p:cNvSpPr txBox="1">
            <a:spLocks noGrp="1"/>
          </p:cNvSpPr>
          <p:nvPr>
            <p:ph type="subTitle" idx="1"/>
          </p:nvPr>
        </p:nvSpPr>
        <p:spPr>
          <a:xfrm>
            <a:off x="720000" y="1407525"/>
            <a:ext cx="4160700" cy="319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Lato Light"/>
              <a:buChar char="➔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◆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○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◆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◆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●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1" name="Google Shape;881;p9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882" name="Google Shape;882;p9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3" name="Google Shape;883;p9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4" name="Google Shape;884;p9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5" name="Google Shape;885;p9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6" name="Google Shape;886;p9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7" name="Google Shape;887;p9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8" name="Google Shape;888;p9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89" name="Google Shape;889;p9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0" name="Google Shape;890;p9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1" name="Google Shape;891;p9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2" name="Google Shape;892;p9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3" name="Google Shape;893;p9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4" name="Google Shape;894;p9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5" name="Google Shape;895;p9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6" name="Google Shape;896;p9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7" name="Google Shape;897;p9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8" name="Google Shape;898;p9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99" name="Google Shape;899;p9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0" name="Google Shape;900;p9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1" name="Google Shape;901;p9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2" name="Google Shape;902;p9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3" name="Google Shape;903;p9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4" name="Google Shape;904;p9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5" name="Google Shape;905;p9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6" name="Google Shape;906;p9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7" name="Google Shape;907;p9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8" name="Google Shape;908;p9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09" name="Google Shape;909;p9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0" name="Google Shape;910;p9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1" name="Google Shape;911;p9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2" name="Google Shape;912;p9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3" name="Google Shape;913;p9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4" name="Google Shape;914;p9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5" name="Google Shape;915;p9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6" name="Google Shape;916;p9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7" name="Google Shape;917;p9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8" name="Google Shape;918;p9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19" name="Google Shape;919;p9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0" name="Google Shape;920;p9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1" name="Google Shape;921;p9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2" name="Google Shape;922;p9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3" name="Google Shape;923;p9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4" name="Google Shape;924;p9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5" name="Google Shape;925;p9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6" name="Google Shape;926;p9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7" name="Google Shape;927;p9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8" name="Google Shape;928;p9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29" name="Google Shape;929;p9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0" name="Google Shape;930;p9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1" name="Google Shape;931;p9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2" name="Google Shape;932;p9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3" name="Google Shape;933;p9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4" name="Google Shape;934;p9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5" name="Google Shape;935;p9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6" name="Google Shape;936;p9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7" name="Google Shape;937;p9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8" name="Google Shape;938;p9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39" name="Google Shape;939;p9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0" name="Google Shape;940;p9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1" name="Google Shape;941;p9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2" name="Google Shape;942;p9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3" name="Google Shape;943;p9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4" name="Google Shape;944;p9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5" name="Google Shape;945;p9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6" name="Google Shape;946;p9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7" name="Google Shape;947;p9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8" name="Google Shape;948;p9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49" name="Google Shape;949;p9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0" name="Google Shape;950;p9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1" name="Google Shape;951;p9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2" name="Google Shape;952;p9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3" name="Google Shape;953;p9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4" name="Google Shape;954;p9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5" name="Google Shape;955;p9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6" name="Google Shape;956;p9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7" name="Google Shape;957;p9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8" name="Google Shape;958;p9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59" name="Google Shape;959;p9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0" name="Google Shape;960;p9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1" name="Google Shape;961;p9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2" name="Google Shape;962;p9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3" name="Google Shape;963;p9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4" name="Google Shape;964;p9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5" name="Google Shape;965;p9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6" name="Google Shape;966;p9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7" name="Google Shape;967;p9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8" name="Google Shape;968;p9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69" name="Google Shape;969;p9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0" name="Google Shape;970;p9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1" name="Google Shape;971;p9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2" name="Google Shape;972;p9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73" name="Google Shape;973;p9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rgbClr val="FFFFFF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74" name="Google Shape;974;p9"/>
          <p:cNvSpPr txBox="1">
            <a:spLocks noGrp="1"/>
          </p:cNvSpPr>
          <p:nvPr>
            <p:ph type="title"/>
          </p:nvPr>
        </p:nvSpPr>
        <p:spPr>
          <a:xfrm>
            <a:off x="2135550" y="1655488"/>
            <a:ext cx="4872900" cy="116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 sz="6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75" name="Google Shape;975;p9"/>
          <p:cNvSpPr txBox="1">
            <a:spLocks noGrp="1"/>
          </p:cNvSpPr>
          <p:nvPr>
            <p:ph type="subTitle" idx="1"/>
          </p:nvPr>
        </p:nvSpPr>
        <p:spPr>
          <a:xfrm>
            <a:off x="2135550" y="2816913"/>
            <a:ext cx="48729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10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10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7" name="Google Shape;1077;p13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078" name="Google Shape;1078;p13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13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0" name="Google Shape;1080;p13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1" name="Google Shape;1081;p13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13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13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13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5" name="Google Shape;1085;p13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6" name="Google Shape;1086;p13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7" name="Google Shape;1087;p13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13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13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13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13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13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13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13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13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13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13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13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13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13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13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13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13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13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13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13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13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13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13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13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13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13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13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13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13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13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13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13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13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13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13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13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13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13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13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13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13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13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13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13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13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13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13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13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13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13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13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13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13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13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13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13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13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13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13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13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13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13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13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13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13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13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13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13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13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13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13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13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13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0" name="Google Shape;1160;p13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1" name="Google Shape;1161;p13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2" name="Google Shape;1162;p13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3" name="Google Shape;1163;p13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4" name="Google Shape;1164;p13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5" name="Google Shape;1165;p13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6" name="Google Shape;1166;p13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7" name="Google Shape;1167;p13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3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3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70" name="Google Shape;1170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171" name="Google Shape;1171;p13"/>
          <p:cNvGrpSpPr/>
          <p:nvPr/>
        </p:nvGrpSpPr>
        <p:grpSpPr>
          <a:xfrm rot="10800000">
            <a:off x="8690758" y="539499"/>
            <a:ext cx="453231" cy="4057299"/>
            <a:chOff x="-17" y="539499"/>
            <a:chExt cx="453231" cy="4057299"/>
          </a:xfrm>
        </p:grpSpPr>
        <p:sp>
          <p:nvSpPr>
            <p:cNvPr id="1172" name="Google Shape;1172;p13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3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4" name="Google Shape;1174;p13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5" name="Google Shape;1175;p13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6" name="Google Shape;1176;p13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7" name="Google Shape;1177;p13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8" name="Google Shape;1178;p13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9" name="Google Shape;1179;p13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0" name="Google Shape;1180;p13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1" name="Google Shape;1181;p13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2" name="Google Shape;1182;p13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3" name="Google Shape;1183;p13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4" name="Google Shape;1184;p13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5" name="Google Shape;1185;p13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6" name="Google Shape;1186;p13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7" name="Google Shape;1187;p13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8" name="Google Shape;1188;p13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9" name="Google Shape;1189;p13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0" name="Google Shape;1190;p13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1" name="Google Shape;1191;p13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2" name="Google Shape;1192;p13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3" name="Google Shape;1193;p13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4" name="Google Shape;1194;p13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5" name="Google Shape;1195;p13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6" name="Google Shape;1196;p13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7" name="Google Shape;1197;p13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8" name="Google Shape;1198;p13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9" name="Google Shape;1199;p13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0" name="Google Shape;1200;p13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1" name="Google Shape;1201;p13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1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0" name="Google Shape;1310;p15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1311" name="Google Shape;1311;p15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15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3" name="Google Shape;1313;p15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4" name="Google Shape;1314;p15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5" name="Google Shape;1315;p15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6" name="Google Shape;1316;p15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7" name="Google Shape;1317;p15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15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15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15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15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15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15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15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15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6" name="Google Shape;1326;p15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7" name="Google Shape;1327;p15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8" name="Google Shape;1328;p15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9" name="Google Shape;1329;p15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0" name="Google Shape;1330;p15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1" name="Google Shape;1331;p15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2" name="Google Shape;1332;p15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3" name="Google Shape;1333;p15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4" name="Google Shape;1334;p15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5" name="Google Shape;1335;p15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6" name="Google Shape;1336;p15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7" name="Google Shape;1337;p15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8" name="Google Shape;1338;p15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9" name="Google Shape;1339;p15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0" name="Google Shape;1340;p15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1" name="Google Shape;1341;p15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2" name="Google Shape;1342;p15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3" name="Google Shape;1343;p15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4" name="Google Shape;1344;p15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5" name="Google Shape;1345;p15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6" name="Google Shape;1346;p15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7" name="Google Shape;1347;p15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8" name="Google Shape;1348;p15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9" name="Google Shape;1349;p15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0" name="Google Shape;1350;p15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1" name="Google Shape;1351;p15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2" name="Google Shape;1352;p15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3" name="Google Shape;1353;p15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p15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p15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p15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p15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p15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9" name="Google Shape;1359;p15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0" name="Google Shape;1360;p15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p15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p15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p15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p15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5" name="Google Shape;1365;p15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6" name="Google Shape;1366;p15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7" name="Google Shape;1367;p15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8" name="Google Shape;1368;p15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9" name="Google Shape;1369;p15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0" name="Google Shape;1370;p15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1" name="Google Shape;1371;p15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5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5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5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5" name="Google Shape;1375;p15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6" name="Google Shape;1376;p15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5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5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5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5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5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5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5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5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5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5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5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5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9" name="Google Shape;1389;p15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0" name="Google Shape;1390;p15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1" name="Google Shape;1391;p15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2" name="Google Shape;1392;p15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5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5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5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5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5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8" name="Google Shape;1398;p15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9" name="Google Shape;1399;p15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0" name="Google Shape;1400;p15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1" name="Google Shape;1401;p15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2" name="Google Shape;1402;p15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403" name="Google Shape;1403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grpSp>
        <p:nvGrpSpPr>
          <p:cNvPr id="1404" name="Google Shape;1404;p15"/>
          <p:cNvGrpSpPr/>
          <p:nvPr/>
        </p:nvGrpSpPr>
        <p:grpSpPr>
          <a:xfrm>
            <a:off x="2298156" y="4651367"/>
            <a:ext cx="4547874" cy="491789"/>
            <a:chOff x="122000" y="4884626"/>
            <a:chExt cx="8899950" cy="258877"/>
          </a:xfrm>
        </p:grpSpPr>
        <p:sp>
          <p:nvSpPr>
            <p:cNvPr id="1405" name="Google Shape;1405;p15"/>
            <p:cNvSpPr/>
            <p:nvPr/>
          </p:nvSpPr>
          <p:spPr>
            <a:xfrm>
              <a:off x="12200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6" name="Google Shape;1406;p15"/>
            <p:cNvSpPr/>
            <p:nvPr/>
          </p:nvSpPr>
          <p:spPr>
            <a:xfrm>
              <a:off x="420441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7" name="Google Shape;1407;p15"/>
            <p:cNvSpPr/>
            <p:nvPr/>
          </p:nvSpPr>
          <p:spPr>
            <a:xfrm>
              <a:off x="719241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8" name="Google Shape;1408;p15"/>
            <p:cNvSpPr/>
            <p:nvPr/>
          </p:nvSpPr>
          <p:spPr>
            <a:xfrm>
              <a:off x="1018042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9" name="Google Shape;1409;p15"/>
            <p:cNvSpPr/>
            <p:nvPr/>
          </p:nvSpPr>
          <p:spPr>
            <a:xfrm>
              <a:off x="1316483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0" name="Google Shape;1410;p15"/>
            <p:cNvSpPr/>
            <p:nvPr/>
          </p:nvSpPr>
          <p:spPr>
            <a:xfrm>
              <a:off x="1615283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1" name="Google Shape;1411;p15"/>
            <p:cNvSpPr/>
            <p:nvPr/>
          </p:nvSpPr>
          <p:spPr>
            <a:xfrm>
              <a:off x="22125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2" name="Google Shape;1412;p15"/>
            <p:cNvSpPr/>
            <p:nvPr/>
          </p:nvSpPr>
          <p:spPr>
            <a:xfrm>
              <a:off x="2809766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3" name="Google Shape;1413;p15"/>
            <p:cNvSpPr/>
            <p:nvPr/>
          </p:nvSpPr>
          <p:spPr>
            <a:xfrm>
              <a:off x="3108567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4" name="Google Shape;1414;p15"/>
            <p:cNvSpPr/>
            <p:nvPr/>
          </p:nvSpPr>
          <p:spPr>
            <a:xfrm>
              <a:off x="3407008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5" name="Google Shape;1415;p15"/>
            <p:cNvSpPr/>
            <p:nvPr/>
          </p:nvSpPr>
          <p:spPr>
            <a:xfrm>
              <a:off x="3705808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6" name="Google Shape;1416;p15"/>
            <p:cNvSpPr/>
            <p:nvPr/>
          </p:nvSpPr>
          <p:spPr>
            <a:xfrm>
              <a:off x="4004609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7" name="Google Shape;1417;p15"/>
            <p:cNvSpPr/>
            <p:nvPr/>
          </p:nvSpPr>
          <p:spPr>
            <a:xfrm>
              <a:off x="4303050" y="4917447"/>
              <a:ext cx="239400" cy="22605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8" name="Google Shape;1418;p15"/>
            <p:cNvSpPr/>
            <p:nvPr/>
          </p:nvSpPr>
          <p:spPr>
            <a:xfrm>
              <a:off x="1914084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9" name="Google Shape;1419;p15"/>
            <p:cNvSpPr/>
            <p:nvPr/>
          </p:nvSpPr>
          <p:spPr>
            <a:xfrm>
              <a:off x="2510966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0" name="Google Shape;1420;p15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1" name="Google Shape;1421;p15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2" name="Google Shape;1422;p15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3" name="Google Shape;1423;p15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4" name="Google Shape;1424;p15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5" name="Google Shape;1425;p15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6" name="Google Shape;1426;p15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7" name="Google Shape;1427;p15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8" name="Google Shape;1428;p15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9" name="Google Shape;1429;p15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0" name="Google Shape;1430;p15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1" name="Google Shape;1431;p15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2" name="Google Shape;1432;p15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3" name="Google Shape;1433;p15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4" name="Google Shape;1434;p15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435" name="Google Shape;1435;p15"/>
          <p:cNvGrpSpPr/>
          <p:nvPr/>
        </p:nvGrpSpPr>
        <p:grpSpPr>
          <a:xfrm>
            <a:off x="2297975" y="4848940"/>
            <a:ext cx="4547874" cy="294550"/>
            <a:chOff x="122000" y="4884626"/>
            <a:chExt cx="8899950" cy="258877"/>
          </a:xfrm>
        </p:grpSpPr>
        <p:sp>
          <p:nvSpPr>
            <p:cNvPr id="1436" name="Google Shape;1436;p15"/>
            <p:cNvSpPr/>
            <p:nvPr/>
          </p:nvSpPr>
          <p:spPr>
            <a:xfrm>
              <a:off x="12200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7" name="Google Shape;1437;p15"/>
            <p:cNvSpPr/>
            <p:nvPr/>
          </p:nvSpPr>
          <p:spPr>
            <a:xfrm>
              <a:off x="420441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8" name="Google Shape;1438;p15"/>
            <p:cNvSpPr/>
            <p:nvPr/>
          </p:nvSpPr>
          <p:spPr>
            <a:xfrm>
              <a:off x="719241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39" name="Google Shape;1439;p15"/>
            <p:cNvSpPr/>
            <p:nvPr/>
          </p:nvSpPr>
          <p:spPr>
            <a:xfrm>
              <a:off x="1018042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0" name="Google Shape;1440;p15"/>
            <p:cNvSpPr/>
            <p:nvPr/>
          </p:nvSpPr>
          <p:spPr>
            <a:xfrm>
              <a:off x="1316483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1" name="Google Shape;1441;p15"/>
            <p:cNvSpPr/>
            <p:nvPr/>
          </p:nvSpPr>
          <p:spPr>
            <a:xfrm>
              <a:off x="1615283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2" name="Google Shape;1442;p15"/>
            <p:cNvSpPr/>
            <p:nvPr/>
          </p:nvSpPr>
          <p:spPr>
            <a:xfrm>
              <a:off x="22125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3" name="Google Shape;1443;p15"/>
            <p:cNvSpPr/>
            <p:nvPr/>
          </p:nvSpPr>
          <p:spPr>
            <a:xfrm>
              <a:off x="2809766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4" name="Google Shape;1444;p15"/>
            <p:cNvSpPr/>
            <p:nvPr/>
          </p:nvSpPr>
          <p:spPr>
            <a:xfrm>
              <a:off x="3108567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5" name="Google Shape;1445;p15"/>
            <p:cNvSpPr/>
            <p:nvPr/>
          </p:nvSpPr>
          <p:spPr>
            <a:xfrm>
              <a:off x="3407008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6" name="Google Shape;1446;p15"/>
            <p:cNvSpPr/>
            <p:nvPr/>
          </p:nvSpPr>
          <p:spPr>
            <a:xfrm>
              <a:off x="3705808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7" name="Google Shape;1447;p15"/>
            <p:cNvSpPr/>
            <p:nvPr/>
          </p:nvSpPr>
          <p:spPr>
            <a:xfrm>
              <a:off x="4004609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8" name="Google Shape;1448;p15"/>
            <p:cNvSpPr/>
            <p:nvPr/>
          </p:nvSpPr>
          <p:spPr>
            <a:xfrm>
              <a:off x="4303050" y="4917447"/>
              <a:ext cx="239400" cy="22605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49" name="Google Shape;1449;p15"/>
            <p:cNvSpPr/>
            <p:nvPr/>
          </p:nvSpPr>
          <p:spPr>
            <a:xfrm>
              <a:off x="1914084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0" name="Google Shape;1450;p15"/>
            <p:cNvSpPr/>
            <p:nvPr/>
          </p:nvSpPr>
          <p:spPr>
            <a:xfrm>
              <a:off x="2510966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1" name="Google Shape;1451;p15"/>
            <p:cNvSpPr/>
            <p:nvPr/>
          </p:nvSpPr>
          <p:spPr>
            <a:xfrm flipH="1">
              <a:off x="8782550" y="5120767"/>
              <a:ext cx="239400" cy="22734"/>
            </a:xfrm>
            <a:custGeom>
              <a:avLst/>
              <a:gdLst/>
              <a:ahLst/>
              <a:cxnLst/>
              <a:rect l="l" t="t" r="r" b="b"/>
              <a:pathLst>
                <a:path w="665" h="389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9"/>
                  </a:lnTo>
                  <a:lnTo>
                    <a:pt x="0" y="38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2" name="Google Shape;1452;p15"/>
            <p:cNvSpPr/>
            <p:nvPr/>
          </p:nvSpPr>
          <p:spPr>
            <a:xfrm flipH="1">
              <a:off x="8484109" y="5093416"/>
              <a:ext cx="239400" cy="50085"/>
            </a:xfrm>
            <a:custGeom>
              <a:avLst/>
              <a:gdLst/>
              <a:ahLst/>
              <a:cxnLst/>
              <a:rect l="l" t="t" r="r" b="b"/>
              <a:pathLst>
                <a:path w="665" h="85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857"/>
                  </a:lnTo>
                  <a:lnTo>
                    <a:pt x="0" y="8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3" name="Google Shape;1453;p15"/>
            <p:cNvSpPr/>
            <p:nvPr/>
          </p:nvSpPr>
          <p:spPr>
            <a:xfrm flipH="1">
              <a:off x="8185309" y="5077403"/>
              <a:ext cx="239400" cy="66098"/>
            </a:xfrm>
            <a:custGeom>
              <a:avLst/>
              <a:gdLst/>
              <a:ahLst/>
              <a:cxnLst/>
              <a:rect l="l" t="t" r="r" b="b"/>
              <a:pathLst>
                <a:path w="665" h="113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131"/>
                  </a:lnTo>
                  <a:lnTo>
                    <a:pt x="0" y="113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4" name="Google Shape;1454;p15"/>
            <p:cNvSpPr/>
            <p:nvPr/>
          </p:nvSpPr>
          <p:spPr>
            <a:xfrm flipH="1">
              <a:off x="7886508" y="5048825"/>
              <a:ext cx="239400" cy="94677"/>
            </a:xfrm>
            <a:custGeom>
              <a:avLst/>
              <a:gdLst/>
              <a:ahLst/>
              <a:cxnLst/>
              <a:rect l="l" t="t" r="r" b="b"/>
              <a:pathLst>
                <a:path w="665" h="1620" extrusionOk="0">
                  <a:moveTo>
                    <a:pt x="0" y="0"/>
                  </a:moveTo>
                  <a:lnTo>
                    <a:pt x="665" y="0"/>
                  </a:lnTo>
                  <a:lnTo>
                    <a:pt x="665" y="1620"/>
                  </a:lnTo>
                  <a:lnTo>
                    <a:pt x="0" y="16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5" name="Google Shape;1455;p15"/>
            <p:cNvSpPr/>
            <p:nvPr/>
          </p:nvSpPr>
          <p:spPr>
            <a:xfrm flipH="1">
              <a:off x="7587707" y="5020539"/>
              <a:ext cx="239760" cy="122963"/>
            </a:xfrm>
            <a:custGeom>
              <a:avLst/>
              <a:gdLst/>
              <a:ahLst/>
              <a:cxnLst/>
              <a:rect l="l" t="t" r="r" b="b"/>
              <a:pathLst>
                <a:path w="666" h="2104" extrusionOk="0">
                  <a:moveTo>
                    <a:pt x="0" y="0"/>
                  </a:moveTo>
                  <a:lnTo>
                    <a:pt x="666" y="0"/>
                  </a:lnTo>
                  <a:lnTo>
                    <a:pt x="666" y="2104"/>
                  </a:lnTo>
                  <a:lnTo>
                    <a:pt x="0" y="210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6" name="Google Shape;1456;p15"/>
            <p:cNvSpPr/>
            <p:nvPr/>
          </p:nvSpPr>
          <p:spPr>
            <a:xfrm flipH="1">
              <a:off x="7289267" y="5009493"/>
              <a:ext cx="239400" cy="134009"/>
            </a:xfrm>
            <a:custGeom>
              <a:avLst/>
              <a:gdLst/>
              <a:ahLst/>
              <a:cxnLst/>
              <a:rect l="l" t="t" r="r" b="b"/>
              <a:pathLst>
                <a:path w="665" h="22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93"/>
                  </a:lnTo>
                  <a:lnTo>
                    <a:pt x="0" y="22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7" name="Google Shape;1457;p15"/>
            <p:cNvSpPr/>
            <p:nvPr/>
          </p:nvSpPr>
          <p:spPr>
            <a:xfrm flipH="1">
              <a:off x="6692025" y="4988980"/>
              <a:ext cx="239400" cy="154522"/>
            </a:xfrm>
            <a:custGeom>
              <a:avLst/>
              <a:gdLst/>
              <a:ahLst/>
              <a:cxnLst/>
              <a:rect l="l" t="t" r="r" b="b"/>
              <a:pathLst>
                <a:path w="665" h="2644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644"/>
                  </a:lnTo>
                  <a:lnTo>
                    <a:pt x="0" y="264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8" name="Google Shape;1458;p15"/>
            <p:cNvSpPr/>
            <p:nvPr/>
          </p:nvSpPr>
          <p:spPr>
            <a:xfrm flipH="1">
              <a:off x="6094784" y="4980623"/>
              <a:ext cx="239400" cy="162879"/>
            </a:xfrm>
            <a:custGeom>
              <a:avLst/>
              <a:gdLst/>
              <a:ahLst/>
              <a:cxnLst/>
              <a:rect l="l" t="t" r="r" b="b"/>
              <a:pathLst>
                <a:path w="665" h="278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787"/>
                  </a:lnTo>
                  <a:lnTo>
                    <a:pt x="0" y="27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59" name="Google Shape;1459;p15"/>
            <p:cNvSpPr/>
            <p:nvPr/>
          </p:nvSpPr>
          <p:spPr>
            <a:xfrm flipH="1">
              <a:off x="5795983" y="4966948"/>
              <a:ext cx="239400" cy="176555"/>
            </a:xfrm>
            <a:custGeom>
              <a:avLst/>
              <a:gdLst/>
              <a:ahLst/>
              <a:cxnLst/>
              <a:rect l="l" t="t" r="r" b="b"/>
              <a:pathLst>
                <a:path w="665" h="302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021"/>
                  </a:lnTo>
                  <a:lnTo>
                    <a:pt x="0" y="30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0" name="Google Shape;1460;p15"/>
            <p:cNvSpPr/>
            <p:nvPr/>
          </p:nvSpPr>
          <p:spPr>
            <a:xfrm flipH="1">
              <a:off x="5497542" y="4938486"/>
              <a:ext cx="239400" cy="205016"/>
            </a:xfrm>
            <a:custGeom>
              <a:avLst/>
              <a:gdLst/>
              <a:ahLst/>
              <a:cxnLst/>
              <a:rect l="l" t="t" r="r" b="b"/>
              <a:pathLst>
                <a:path w="665" h="350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508"/>
                  </a:lnTo>
                  <a:lnTo>
                    <a:pt x="0" y="35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1" name="Google Shape;1461;p15"/>
            <p:cNvSpPr/>
            <p:nvPr/>
          </p:nvSpPr>
          <p:spPr>
            <a:xfrm flipH="1">
              <a:off x="5198742" y="4945207"/>
              <a:ext cx="239400" cy="198295"/>
            </a:xfrm>
            <a:custGeom>
              <a:avLst/>
              <a:gdLst/>
              <a:ahLst/>
              <a:cxnLst/>
              <a:rect l="l" t="t" r="r" b="b"/>
              <a:pathLst>
                <a:path w="665" h="339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393"/>
                  </a:lnTo>
                  <a:lnTo>
                    <a:pt x="0" y="33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2" name="Google Shape;1462;p15"/>
            <p:cNvSpPr/>
            <p:nvPr/>
          </p:nvSpPr>
          <p:spPr>
            <a:xfrm flipH="1">
              <a:off x="4899941" y="4929545"/>
              <a:ext cx="239400" cy="213958"/>
            </a:xfrm>
            <a:custGeom>
              <a:avLst/>
              <a:gdLst/>
              <a:ahLst/>
              <a:cxnLst/>
              <a:rect l="l" t="t" r="r" b="b"/>
              <a:pathLst>
                <a:path w="665" h="3661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661"/>
                  </a:lnTo>
                  <a:lnTo>
                    <a:pt x="0" y="366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3" name="Google Shape;1463;p15"/>
            <p:cNvSpPr/>
            <p:nvPr/>
          </p:nvSpPr>
          <p:spPr>
            <a:xfrm flipH="1">
              <a:off x="4601500" y="4884626"/>
              <a:ext cx="239400" cy="258876"/>
            </a:xfrm>
            <a:custGeom>
              <a:avLst/>
              <a:gdLst/>
              <a:ahLst/>
              <a:cxnLst/>
              <a:rect l="l" t="t" r="r" b="b"/>
              <a:pathLst>
                <a:path w="665" h="3868" extrusionOk="0">
                  <a:moveTo>
                    <a:pt x="0" y="0"/>
                  </a:moveTo>
                  <a:lnTo>
                    <a:pt x="665" y="0"/>
                  </a:lnTo>
                  <a:lnTo>
                    <a:pt x="665" y="3868"/>
                  </a:lnTo>
                  <a:lnTo>
                    <a:pt x="0" y="3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4" name="Google Shape;1464;p15"/>
            <p:cNvSpPr/>
            <p:nvPr/>
          </p:nvSpPr>
          <p:spPr>
            <a:xfrm flipH="1">
              <a:off x="6990466" y="5026208"/>
              <a:ext cx="239400" cy="117294"/>
            </a:xfrm>
            <a:custGeom>
              <a:avLst/>
              <a:gdLst/>
              <a:ahLst/>
              <a:cxnLst/>
              <a:rect l="l" t="t" r="r" b="b"/>
              <a:pathLst>
                <a:path w="665" h="2007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007"/>
                  </a:lnTo>
                  <a:lnTo>
                    <a:pt x="0" y="200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65" name="Google Shape;1465;p15"/>
            <p:cNvSpPr/>
            <p:nvPr/>
          </p:nvSpPr>
          <p:spPr>
            <a:xfrm flipH="1">
              <a:off x="6393584" y="5013584"/>
              <a:ext cx="239400" cy="129918"/>
            </a:xfrm>
            <a:custGeom>
              <a:avLst/>
              <a:gdLst/>
              <a:ahLst/>
              <a:cxnLst/>
              <a:rect l="l" t="t" r="r" b="b"/>
              <a:pathLst>
                <a:path w="665" h="2223" extrusionOk="0">
                  <a:moveTo>
                    <a:pt x="0" y="0"/>
                  </a:moveTo>
                  <a:lnTo>
                    <a:pt x="665" y="0"/>
                  </a:lnTo>
                  <a:lnTo>
                    <a:pt x="665" y="2223"/>
                  </a:lnTo>
                  <a:lnTo>
                    <a:pt x="0" y="22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48" name="Google Shape;2248;p22"/>
          <p:cNvGrpSpPr/>
          <p:nvPr/>
        </p:nvGrpSpPr>
        <p:grpSpPr>
          <a:xfrm>
            <a:off x="0" y="0"/>
            <a:ext cx="9143995" cy="5143491"/>
            <a:chOff x="0" y="0"/>
            <a:chExt cx="9143995" cy="5143491"/>
          </a:xfrm>
        </p:grpSpPr>
        <p:sp>
          <p:nvSpPr>
            <p:cNvPr id="2249" name="Google Shape;2249;p22"/>
            <p:cNvSpPr/>
            <p:nvPr/>
          </p:nvSpPr>
          <p:spPr>
            <a:xfrm>
              <a:off x="0" y="19319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0" name="Google Shape;2250;p22"/>
            <p:cNvSpPr/>
            <p:nvPr/>
          </p:nvSpPr>
          <p:spPr>
            <a:xfrm>
              <a:off x="0" y="401120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1" name="Google Shape;2251;p22"/>
            <p:cNvSpPr/>
            <p:nvPr/>
          </p:nvSpPr>
          <p:spPr>
            <a:xfrm>
              <a:off x="0" y="60904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2" name="Google Shape;2252;p22"/>
            <p:cNvSpPr/>
            <p:nvPr/>
          </p:nvSpPr>
          <p:spPr>
            <a:xfrm>
              <a:off x="0" y="81697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3" name="Google Shape;2253;p22"/>
            <p:cNvSpPr/>
            <p:nvPr/>
          </p:nvSpPr>
          <p:spPr>
            <a:xfrm>
              <a:off x="0" y="102408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4" name="Google Shape;2254;p22"/>
            <p:cNvSpPr/>
            <p:nvPr/>
          </p:nvSpPr>
          <p:spPr>
            <a:xfrm>
              <a:off x="0" y="123201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5" name="Google Shape;2255;p22"/>
            <p:cNvSpPr/>
            <p:nvPr/>
          </p:nvSpPr>
          <p:spPr>
            <a:xfrm>
              <a:off x="0" y="143994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6" name="Google Shape;2256;p22"/>
            <p:cNvSpPr/>
            <p:nvPr/>
          </p:nvSpPr>
          <p:spPr>
            <a:xfrm>
              <a:off x="0" y="164786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7" name="Google Shape;2257;p22"/>
            <p:cNvSpPr/>
            <p:nvPr/>
          </p:nvSpPr>
          <p:spPr>
            <a:xfrm>
              <a:off x="0" y="1854977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8" name="Google Shape;2258;p22"/>
            <p:cNvSpPr/>
            <p:nvPr/>
          </p:nvSpPr>
          <p:spPr>
            <a:xfrm>
              <a:off x="0" y="206290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9" name="Google Shape;2259;p22"/>
            <p:cNvSpPr/>
            <p:nvPr/>
          </p:nvSpPr>
          <p:spPr>
            <a:xfrm>
              <a:off x="0" y="227083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0" name="Google Shape;2260;p22"/>
            <p:cNvSpPr/>
            <p:nvPr/>
          </p:nvSpPr>
          <p:spPr>
            <a:xfrm>
              <a:off x="0" y="247876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1" name="Google Shape;2261;p22"/>
            <p:cNvSpPr/>
            <p:nvPr/>
          </p:nvSpPr>
          <p:spPr>
            <a:xfrm>
              <a:off x="0" y="2686688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2" name="Google Shape;2262;p22"/>
            <p:cNvSpPr/>
            <p:nvPr/>
          </p:nvSpPr>
          <p:spPr>
            <a:xfrm>
              <a:off x="0" y="289461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3" name="Google Shape;2263;p22"/>
            <p:cNvSpPr/>
            <p:nvPr/>
          </p:nvSpPr>
          <p:spPr>
            <a:xfrm>
              <a:off x="0" y="3102544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4" name="Google Shape;2264;p22"/>
            <p:cNvSpPr/>
            <p:nvPr/>
          </p:nvSpPr>
          <p:spPr>
            <a:xfrm>
              <a:off x="0" y="330965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5" name="Google Shape;2265;p22"/>
            <p:cNvSpPr/>
            <p:nvPr/>
          </p:nvSpPr>
          <p:spPr>
            <a:xfrm>
              <a:off x="0" y="351758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6" name="Google Shape;2266;p22"/>
            <p:cNvSpPr/>
            <p:nvPr/>
          </p:nvSpPr>
          <p:spPr>
            <a:xfrm>
              <a:off x="0" y="372550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7" name="Google Shape;2267;p22"/>
            <p:cNvSpPr/>
            <p:nvPr/>
          </p:nvSpPr>
          <p:spPr>
            <a:xfrm>
              <a:off x="0" y="393343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8" name="Google Shape;2268;p22"/>
            <p:cNvSpPr/>
            <p:nvPr/>
          </p:nvSpPr>
          <p:spPr>
            <a:xfrm>
              <a:off x="0" y="4140545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9" name="Google Shape;2269;p22"/>
            <p:cNvSpPr/>
            <p:nvPr/>
          </p:nvSpPr>
          <p:spPr>
            <a:xfrm>
              <a:off x="0" y="4348473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0" name="Google Shape;2270;p22"/>
            <p:cNvSpPr/>
            <p:nvPr/>
          </p:nvSpPr>
          <p:spPr>
            <a:xfrm>
              <a:off x="0" y="4556401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1" name="Google Shape;2271;p22"/>
            <p:cNvSpPr/>
            <p:nvPr/>
          </p:nvSpPr>
          <p:spPr>
            <a:xfrm>
              <a:off x="0" y="4764329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2" name="Google Shape;2272;p22"/>
            <p:cNvSpPr/>
            <p:nvPr/>
          </p:nvSpPr>
          <p:spPr>
            <a:xfrm>
              <a:off x="0" y="4972256"/>
              <a:ext cx="8792700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3" name="Google Shape;2273;p22"/>
            <p:cNvSpPr/>
            <p:nvPr/>
          </p:nvSpPr>
          <p:spPr>
            <a:xfrm>
              <a:off x="86768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4" name="Google Shape;2274;p22"/>
            <p:cNvSpPr/>
            <p:nvPr/>
          </p:nvSpPr>
          <p:spPr>
            <a:xfrm>
              <a:off x="847046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5" name="Google Shape;2275;p22"/>
            <p:cNvSpPr/>
            <p:nvPr/>
          </p:nvSpPr>
          <p:spPr>
            <a:xfrm>
              <a:off x="826327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6" name="Google Shape;2276;p22"/>
            <p:cNvSpPr/>
            <p:nvPr/>
          </p:nvSpPr>
          <p:spPr>
            <a:xfrm>
              <a:off x="805608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7" name="Google Shape;2277;p22"/>
            <p:cNvSpPr/>
            <p:nvPr/>
          </p:nvSpPr>
          <p:spPr>
            <a:xfrm>
              <a:off x="78488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8" name="Google Shape;2278;p22"/>
            <p:cNvSpPr/>
            <p:nvPr/>
          </p:nvSpPr>
          <p:spPr>
            <a:xfrm>
              <a:off x="764169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9" name="Google Shape;2279;p22"/>
            <p:cNvSpPr/>
            <p:nvPr/>
          </p:nvSpPr>
          <p:spPr>
            <a:xfrm>
              <a:off x="74345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0" name="Google Shape;2280;p22"/>
            <p:cNvSpPr/>
            <p:nvPr/>
          </p:nvSpPr>
          <p:spPr>
            <a:xfrm>
              <a:off x="722730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1" name="Google Shape;2281;p22"/>
            <p:cNvSpPr/>
            <p:nvPr/>
          </p:nvSpPr>
          <p:spPr>
            <a:xfrm>
              <a:off x="702093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2" name="Google Shape;2282;p22"/>
            <p:cNvSpPr/>
            <p:nvPr/>
          </p:nvSpPr>
          <p:spPr>
            <a:xfrm>
              <a:off x="68137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3" name="Google Shape;2283;p22"/>
            <p:cNvSpPr/>
            <p:nvPr/>
          </p:nvSpPr>
          <p:spPr>
            <a:xfrm>
              <a:off x="66065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4" name="Google Shape;2284;p22"/>
            <p:cNvSpPr/>
            <p:nvPr/>
          </p:nvSpPr>
          <p:spPr>
            <a:xfrm>
              <a:off x="639934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5" name="Google Shape;2285;p22"/>
            <p:cNvSpPr/>
            <p:nvPr/>
          </p:nvSpPr>
          <p:spPr>
            <a:xfrm>
              <a:off x="619297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6" name="Google Shape;2286;p22"/>
            <p:cNvSpPr/>
            <p:nvPr/>
          </p:nvSpPr>
          <p:spPr>
            <a:xfrm>
              <a:off x="598577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7" name="Google Shape;2287;p22"/>
            <p:cNvSpPr/>
            <p:nvPr/>
          </p:nvSpPr>
          <p:spPr>
            <a:xfrm>
              <a:off x="577858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8" name="Google Shape;2288;p22"/>
            <p:cNvSpPr/>
            <p:nvPr/>
          </p:nvSpPr>
          <p:spPr>
            <a:xfrm>
              <a:off x="55713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9" name="Google Shape;2289;p22"/>
            <p:cNvSpPr/>
            <p:nvPr/>
          </p:nvSpPr>
          <p:spPr>
            <a:xfrm>
              <a:off x="536501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0" name="Google Shape;2290;p22"/>
            <p:cNvSpPr/>
            <p:nvPr/>
          </p:nvSpPr>
          <p:spPr>
            <a:xfrm>
              <a:off x="515863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1" name="Google Shape;2291;p22"/>
            <p:cNvSpPr/>
            <p:nvPr/>
          </p:nvSpPr>
          <p:spPr>
            <a:xfrm>
              <a:off x="495144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2" name="Google Shape;2292;p22"/>
            <p:cNvSpPr/>
            <p:nvPr/>
          </p:nvSpPr>
          <p:spPr>
            <a:xfrm>
              <a:off x="474424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3" name="Google Shape;2293;p22"/>
            <p:cNvSpPr/>
            <p:nvPr/>
          </p:nvSpPr>
          <p:spPr>
            <a:xfrm>
              <a:off x="453705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4" name="Google Shape;2294;p22"/>
            <p:cNvSpPr/>
            <p:nvPr/>
          </p:nvSpPr>
          <p:spPr>
            <a:xfrm>
              <a:off x="432986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5" name="Google Shape;2295;p22"/>
            <p:cNvSpPr/>
            <p:nvPr/>
          </p:nvSpPr>
          <p:spPr>
            <a:xfrm>
              <a:off x="412266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6" name="Google Shape;2296;p22"/>
            <p:cNvSpPr/>
            <p:nvPr/>
          </p:nvSpPr>
          <p:spPr>
            <a:xfrm>
              <a:off x="391628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7" name="Google Shape;2297;p22"/>
            <p:cNvSpPr/>
            <p:nvPr/>
          </p:nvSpPr>
          <p:spPr>
            <a:xfrm>
              <a:off x="370909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8" name="Google Shape;2298;p22"/>
            <p:cNvSpPr/>
            <p:nvPr/>
          </p:nvSpPr>
          <p:spPr>
            <a:xfrm>
              <a:off x="350190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9" name="Google Shape;2299;p22"/>
            <p:cNvSpPr/>
            <p:nvPr/>
          </p:nvSpPr>
          <p:spPr>
            <a:xfrm>
              <a:off x="329470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0" name="Google Shape;2300;p22"/>
            <p:cNvSpPr/>
            <p:nvPr/>
          </p:nvSpPr>
          <p:spPr>
            <a:xfrm>
              <a:off x="308751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1" name="Google Shape;2301;p22"/>
            <p:cNvSpPr/>
            <p:nvPr/>
          </p:nvSpPr>
          <p:spPr>
            <a:xfrm>
              <a:off x="288113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2" name="Google Shape;2302;p22"/>
            <p:cNvSpPr/>
            <p:nvPr/>
          </p:nvSpPr>
          <p:spPr>
            <a:xfrm>
              <a:off x="267394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3" name="Google Shape;2303;p22"/>
            <p:cNvSpPr/>
            <p:nvPr/>
          </p:nvSpPr>
          <p:spPr>
            <a:xfrm>
              <a:off x="2466748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4" name="Google Shape;2304;p22"/>
            <p:cNvSpPr/>
            <p:nvPr/>
          </p:nvSpPr>
          <p:spPr>
            <a:xfrm>
              <a:off x="225955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5" name="Google Shape;2305;p22"/>
            <p:cNvSpPr/>
            <p:nvPr/>
          </p:nvSpPr>
          <p:spPr>
            <a:xfrm>
              <a:off x="2052361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6" name="Google Shape;2306;p22"/>
            <p:cNvSpPr/>
            <p:nvPr/>
          </p:nvSpPr>
          <p:spPr>
            <a:xfrm>
              <a:off x="1845983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7" name="Google Shape;2307;p22"/>
            <p:cNvSpPr/>
            <p:nvPr/>
          </p:nvSpPr>
          <p:spPr>
            <a:xfrm>
              <a:off x="163879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8" name="Google Shape;2308;p22"/>
            <p:cNvSpPr/>
            <p:nvPr/>
          </p:nvSpPr>
          <p:spPr>
            <a:xfrm>
              <a:off x="143159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9" name="Google Shape;2309;p22"/>
            <p:cNvSpPr/>
            <p:nvPr/>
          </p:nvSpPr>
          <p:spPr>
            <a:xfrm>
              <a:off x="1224402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0" name="Google Shape;2310;p22"/>
            <p:cNvSpPr/>
            <p:nvPr/>
          </p:nvSpPr>
          <p:spPr>
            <a:xfrm>
              <a:off x="1017209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1" name="Google Shape;2311;p22"/>
            <p:cNvSpPr/>
            <p:nvPr/>
          </p:nvSpPr>
          <p:spPr>
            <a:xfrm>
              <a:off x="810015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2" name="Google Shape;2312;p22"/>
            <p:cNvSpPr/>
            <p:nvPr/>
          </p:nvSpPr>
          <p:spPr>
            <a:xfrm>
              <a:off x="603637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3" name="Google Shape;2313;p22"/>
            <p:cNvSpPr/>
            <p:nvPr/>
          </p:nvSpPr>
          <p:spPr>
            <a:xfrm>
              <a:off x="396444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4" name="Google Shape;2314;p22"/>
            <p:cNvSpPr/>
            <p:nvPr/>
          </p:nvSpPr>
          <p:spPr>
            <a:xfrm>
              <a:off x="18925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5" name="Google Shape;2315;p22"/>
            <p:cNvSpPr/>
            <p:nvPr/>
          </p:nvSpPr>
          <p:spPr>
            <a:xfrm>
              <a:off x="8716176" y="19320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6" name="Google Shape;2316;p22"/>
            <p:cNvSpPr/>
            <p:nvPr/>
          </p:nvSpPr>
          <p:spPr>
            <a:xfrm>
              <a:off x="8716176" y="40112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7" name="Google Shape;2317;p22"/>
            <p:cNvSpPr/>
            <p:nvPr/>
          </p:nvSpPr>
          <p:spPr>
            <a:xfrm>
              <a:off x="8716176" y="60905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8" name="Google Shape;2318;p22"/>
            <p:cNvSpPr/>
            <p:nvPr/>
          </p:nvSpPr>
          <p:spPr>
            <a:xfrm>
              <a:off x="8716176" y="81698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9" name="Google Shape;2319;p22"/>
            <p:cNvSpPr/>
            <p:nvPr/>
          </p:nvSpPr>
          <p:spPr>
            <a:xfrm>
              <a:off x="8716176" y="102409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0" name="Google Shape;2320;p22"/>
            <p:cNvSpPr/>
            <p:nvPr/>
          </p:nvSpPr>
          <p:spPr>
            <a:xfrm>
              <a:off x="8716176" y="123201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1" name="Google Shape;2321;p22"/>
            <p:cNvSpPr/>
            <p:nvPr/>
          </p:nvSpPr>
          <p:spPr>
            <a:xfrm>
              <a:off x="8716176" y="143994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2" name="Google Shape;2322;p22"/>
            <p:cNvSpPr/>
            <p:nvPr/>
          </p:nvSpPr>
          <p:spPr>
            <a:xfrm>
              <a:off x="8716176" y="164787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3" name="Google Shape;2323;p22"/>
            <p:cNvSpPr/>
            <p:nvPr/>
          </p:nvSpPr>
          <p:spPr>
            <a:xfrm>
              <a:off x="8716176" y="185498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4" name="Google Shape;2324;p22"/>
            <p:cNvSpPr/>
            <p:nvPr/>
          </p:nvSpPr>
          <p:spPr>
            <a:xfrm>
              <a:off x="8716176" y="2062907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5" name="Google Shape;2325;p22"/>
            <p:cNvSpPr/>
            <p:nvPr/>
          </p:nvSpPr>
          <p:spPr>
            <a:xfrm>
              <a:off x="8716176" y="2270834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6" name="Google Shape;2326;p22"/>
            <p:cNvSpPr/>
            <p:nvPr/>
          </p:nvSpPr>
          <p:spPr>
            <a:xfrm>
              <a:off x="8716176" y="247876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7" name="Google Shape;2327;p22"/>
            <p:cNvSpPr/>
            <p:nvPr/>
          </p:nvSpPr>
          <p:spPr>
            <a:xfrm>
              <a:off x="8716176" y="268668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8" name="Google Shape;2328;p22"/>
            <p:cNvSpPr/>
            <p:nvPr/>
          </p:nvSpPr>
          <p:spPr>
            <a:xfrm>
              <a:off x="8716176" y="289461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9" name="Google Shape;2329;p22"/>
            <p:cNvSpPr/>
            <p:nvPr/>
          </p:nvSpPr>
          <p:spPr>
            <a:xfrm>
              <a:off x="8716176" y="310254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0" name="Google Shape;2330;p22"/>
            <p:cNvSpPr/>
            <p:nvPr/>
          </p:nvSpPr>
          <p:spPr>
            <a:xfrm>
              <a:off x="8716176" y="330965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1" name="Google Shape;2331;p22"/>
            <p:cNvSpPr/>
            <p:nvPr/>
          </p:nvSpPr>
          <p:spPr>
            <a:xfrm>
              <a:off x="8716176" y="351757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2" name="Google Shape;2332;p22"/>
            <p:cNvSpPr/>
            <p:nvPr/>
          </p:nvSpPr>
          <p:spPr>
            <a:xfrm>
              <a:off x="8716176" y="372550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3" name="Google Shape;2333;p22"/>
            <p:cNvSpPr/>
            <p:nvPr/>
          </p:nvSpPr>
          <p:spPr>
            <a:xfrm>
              <a:off x="8716176" y="393343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4" name="Google Shape;2334;p22"/>
            <p:cNvSpPr/>
            <p:nvPr/>
          </p:nvSpPr>
          <p:spPr>
            <a:xfrm>
              <a:off x="8716176" y="4140541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5" name="Google Shape;2335;p22"/>
            <p:cNvSpPr/>
            <p:nvPr/>
          </p:nvSpPr>
          <p:spPr>
            <a:xfrm>
              <a:off x="8716176" y="4348469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6" name="Google Shape;2336;p22"/>
            <p:cNvSpPr/>
            <p:nvPr/>
          </p:nvSpPr>
          <p:spPr>
            <a:xfrm>
              <a:off x="8716176" y="4556396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7" name="Google Shape;2337;p22"/>
            <p:cNvSpPr/>
            <p:nvPr/>
          </p:nvSpPr>
          <p:spPr>
            <a:xfrm>
              <a:off x="8716176" y="4764323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8" name="Google Shape;2338;p22"/>
            <p:cNvSpPr/>
            <p:nvPr/>
          </p:nvSpPr>
          <p:spPr>
            <a:xfrm>
              <a:off x="8716176" y="4972250"/>
              <a:ext cx="427819" cy="0"/>
            </a:xfrm>
            <a:custGeom>
              <a:avLst/>
              <a:gdLst/>
              <a:ahLst/>
              <a:cxnLst/>
              <a:rect l="l" t="t" r="r" b="b"/>
              <a:pathLst>
                <a:path w="10779" h="120000" fill="none" extrusionOk="0">
                  <a:moveTo>
                    <a:pt x="0" y="0"/>
                  </a:moveTo>
                  <a:lnTo>
                    <a:pt x="10779" y="0"/>
                  </a:lnTo>
                  <a:lnTo>
                    <a:pt x="10779" y="0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0" rIns="83575" bIns="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9" name="Google Shape;2339;p22"/>
            <p:cNvSpPr/>
            <p:nvPr/>
          </p:nvSpPr>
          <p:spPr>
            <a:xfrm>
              <a:off x="9071500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0" name="Google Shape;2340;p22"/>
            <p:cNvSpPr/>
            <p:nvPr/>
          </p:nvSpPr>
          <p:spPr>
            <a:xfrm>
              <a:off x="8864306" y="0"/>
              <a:ext cx="0" cy="5143491"/>
            </a:xfrm>
            <a:custGeom>
              <a:avLst/>
              <a:gdLst/>
              <a:ahLst/>
              <a:cxnLst/>
              <a:rect l="l" t="t" r="r" b="b"/>
              <a:pathLst>
                <a:path w="120000" h="12813" fill="none" extrusionOk="0">
                  <a:moveTo>
                    <a:pt x="0" y="0"/>
                  </a:moveTo>
                  <a:lnTo>
                    <a:pt x="0" y="12813"/>
                  </a:lnTo>
                  <a:lnTo>
                    <a:pt x="0" y="12813"/>
                  </a:lnTo>
                </a:path>
              </a:pathLst>
            </a:custGeom>
            <a:noFill/>
            <a:ln w="9525" cap="flat" cmpd="sng">
              <a:solidFill>
                <a:schemeClr val="accent2"/>
              </a:solidFill>
              <a:prstDash val="dashDot"/>
              <a:miter lim="8000"/>
              <a:headEnd type="none" w="sm" len="sm"/>
              <a:tailEnd type="none" w="sm" len="sm"/>
            </a:ln>
          </p:spPr>
          <p:txBody>
            <a:bodyPr spcFirstLastPara="1" wrap="square" lIns="83575" tIns="42775" rIns="83575" bIns="42775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6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41" name="Google Shape;2341;p22"/>
          <p:cNvGrpSpPr/>
          <p:nvPr/>
        </p:nvGrpSpPr>
        <p:grpSpPr>
          <a:xfrm rot="10800000" flipH="1">
            <a:off x="-25" y="539501"/>
            <a:ext cx="713204" cy="4057299"/>
            <a:chOff x="-17" y="539499"/>
            <a:chExt cx="453231" cy="4057299"/>
          </a:xfrm>
        </p:grpSpPr>
        <p:sp>
          <p:nvSpPr>
            <p:cNvPr id="2342" name="Google Shape;2342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3" name="Google Shape;2343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4" name="Google Shape;2344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5" name="Google Shape;2345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6" name="Google Shape;2346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7" name="Google Shape;2347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8" name="Google Shape;2348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9" name="Google Shape;2349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0" name="Google Shape;2350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1" name="Google Shape;2351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2" name="Google Shape;2352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3" name="Google Shape;2353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4" name="Google Shape;2354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5" name="Google Shape;2355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6" name="Google Shape;2356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7" name="Google Shape;2357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8" name="Google Shape;2358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9" name="Google Shape;2359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0" name="Google Shape;2360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1" name="Google Shape;2361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2" name="Google Shape;2362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3" name="Google Shape;2363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4" name="Google Shape;2364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5" name="Google Shape;2365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6" name="Google Shape;2366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7" name="Google Shape;2367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8" name="Google Shape;2368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9" name="Google Shape;2369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0" name="Google Shape;2370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1" name="Google Shape;2371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372" name="Google Shape;2372;p22"/>
          <p:cNvGrpSpPr/>
          <p:nvPr/>
        </p:nvGrpSpPr>
        <p:grpSpPr>
          <a:xfrm>
            <a:off x="-12" y="539500"/>
            <a:ext cx="499460" cy="4057299"/>
            <a:chOff x="-17" y="539499"/>
            <a:chExt cx="453231" cy="4057299"/>
          </a:xfrm>
        </p:grpSpPr>
        <p:sp>
          <p:nvSpPr>
            <p:cNvPr id="2373" name="Google Shape;2373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4" name="Google Shape;2374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5" name="Google Shape;2375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6" name="Google Shape;2376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7" name="Google Shape;2377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8" name="Google Shape;2378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9" name="Google Shape;2379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0" name="Google Shape;2380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1" name="Google Shape;2381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2" name="Google Shape;2382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3" name="Google Shape;2383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4" name="Google Shape;2384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5" name="Google Shape;2385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6" name="Google Shape;2386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7" name="Google Shape;2387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8" name="Google Shape;2388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9" name="Google Shape;2389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0" name="Google Shape;2390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1" name="Google Shape;2391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2" name="Google Shape;2392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3" name="Google Shape;2393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4" name="Google Shape;2394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5" name="Google Shape;2395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6" name="Google Shape;2396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7" name="Google Shape;2397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8" name="Google Shape;2398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9" name="Google Shape;2399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0" name="Google Shape;2400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1" name="Google Shape;2401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2" name="Google Shape;2402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03" name="Google Shape;2403;p22"/>
          <p:cNvGrpSpPr/>
          <p:nvPr/>
        </p:nvGrpSpPr>
        <p:grpSpPr>
          <a:xfrm flipH="1">
            <a:off x="8430796" y="543100"/>
            <a:ext cx="713204" cy="4057299"/>
            <a:chOff x="-17" y="539499"/>
            <a:chExt cx="453231" cy="4057299"/>
          </a:xfrm>
        </p:grpSpPr>
        <p:sp>
          <p:nvSpPr>
            <p:cNvPr id="2404" name="Google Shape;2404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5" name="Google Shape;2405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6" name="Google Shape;2406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7" name="Google Shape;2407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8" name="Google Shape;2408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9" name="Google Shape;2409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0" name="Google Shape;2410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1" name="Google Shape;2411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2" name="Google Shape;2412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3" name="Google Shape;2413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4" name="Google Shape;2414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5" name="Google Shape;2415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6" name="Google Shape;2416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7" name="Google Shape;2417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8" name="Google Shape;2418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9" name="Google Shape;2419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0" name="Google Shape;2420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1" name="Google Shape;2421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2" name="Google Shape;2422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3" name="Google Shape;2423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4" name="Google Shape;2424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5" name="Google Shape;2425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6" name="Google Shape;2426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7" name="Google Shape;2427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8" name="Google Shape;2428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9" name="Google Shape;2429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0" name="Google Shape;2430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1" name="Google Shape;2431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2" name="Google Shape;2432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3" name="Google Shape;2433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2434" name="Google Shape;2434;p22"/>
          <p:cNvGrpSpPr/>
          <p:nvPr/>
        </p:nvGrpSpPr>
        <p:grpSpPr>
          <a:xfrm rot="10800000">
            <a:off x="8644526" y="543101"/>
            <a:ext cx="499460" cy="4057299"/>
            <a:chOff x="-17" y="539499"/>
            <a:chExt cx="453231" cy="4057299"/>
          </a:xfrm>
        </p:grpSpPr>
        <p:sp>
          <p:nvSpPr>
            <p:cNvPr id="2435" name="Google Shape;2435;p22"/>
            <p:cNvSpPr/>
            <p:nvPr/>
          </p:nvSpPr>
          <p:spPr>
            <a:xfrm rot="5400000">
              <a:off x="53069" y="1582766"/>
              <a:ext cx="82937" cy="189109"/>
            </a:xfrm>
            <a:custGeom>
              <a:avLst/>
              <a:gdLst/>
              <a:ahLst/>
              <a:cxnLst/>
              <a:rect l="l" t="t" r="r" b="b"/>
              <a:pathLst>
                <a:path w="251" h="1500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500"/>
                  </a:lnTo>
                  <a:lnTo>
                    <a:pt x="0" y="1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6" name="Google Shape;2436;p22"/>
            <p:cNvSpPr/>
            <p:nvPr/>
          </p:nvSpPr>
          <p:spPr>
            <a:xfrm rot="5400000">
              <a:off x="127680" y="1919535"/>
              <a:ext cx="82606" cy="338000"/>
            </a:xfrm>
            <a:custGeom>
              <a:avLst/>
              <a:gdLst/>
              <a:ahLst/>
              <a:cxnLst/>
              <a:rect l="l" t="t" r="r" b="b"/>
              <a:pathLst>
                <a:path w="250" h="268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681"/>
                  </a:lnTo>
                  <a:lnTo>
                    <a:pt x="0" y="26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7" name="Google Shape;2437;p22"/>
            <p:cNvSpPr/>
            <p:nvPr/>
          </p:nvSpPr>
          <p:spPr>
            <a:xfrm rot="5400000">
              <a:off x="185130" y="2409932"/>
              <a:ext cx="82937" cy="453231"/>
            </a:xfrm>
            <a:custGeom>
              <a:avLst/>
              <a:gdLst/>
              <a:ahLst/>
              <a:cxnLst/>
              <a:rect l="l" t="t" r="r" b="b"/>
              <a:pathLst>
                <a:path w="251" h="359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595"/>
                  </a:lnTo>
                  <a:lnTo>
                    <a:pt x="0" y="35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8" name="Google Shape;2438;p22"/>
            <p:cNvSpPr/>
            <p:nvPr/>
          </p:nvSpPr>
          <p:spPr>
            <a:xfrm rot="5400000">
              <a:off x="150752" y="3267071"/>
              <a:ext cx="82606" cy="384143"/>
            </a:xfrm>
            <a:custGeom>
              <a:avLst/>
              <a:gdLst/>
              <a:ahLst/>
              <a:cxnLst/>
              <a:rect l="l" t="t" r="r" b="b"/>
              <a:pathLst>
                <a:path w="250" h="3047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47"/>
                  </a:lnTo>
                  <a:lnTo>
                    <a:pt x="0" y="304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9" name="Google Shape;2439;p22"/>
            <p:cNvSpPr/>
            <p:nvPr/>
          </p:nvSpPr>
          <p:spPr>
            <a:xfrm rot="5400000">
              <a:off x="90741" y="2778574"/>
              <a:ext cx="82606" cy="264122"/>
            </a:xfrm>
            <a:custGeom>
              <a:avLst/>
              <a:gdLst/>
              <a:ahLst/>
              <a:cxnLst/>
              <a:rect l="l" t="t" r="r" b="b"/>
              <a:pathLst>
                <a:path w="250" h="209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095"/>
                  </a:lnTo>
                  <a:lnTo>
                    <a:pt x="0" y="209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0" name="Google Shape;2440;p22"/>
            <p:cNvSpPr/>
            <p:nvPr/>
          </p:nvSpPr>
          <p:spPr>
            <a:xfrm rot="5400000">
              <a:off x="32370" y="1466670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1" name="Google Shape;2441;p22"/>
            <p:cNvSpPr/>
            <p:nvPr/>
          </p:nvSpPr>
          <p:spPr>
            <a:xfrm rot="5400000">
              <a:off x="32306" y="1877783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2" name="Google Shape;2442;p22"/>
            <p:cNvSpPr/>
            <p:nvPr/>
          </p:nvSpPr>
          <p:spPr>
            <a:xfrm rot="5400000">
              <a:off x="97321" y="2360945"/>
              <a:ext cx="82937" cy="277612"/>
            </a:xfrm>
            <a:custGeom>
              <a:avLst/>
              <a:gdLst/>
              <a:ahLst/>
              <a:cxnLst/>
              <a:rect l="l" t="t" r="r" b="b"/>
              <a:pathLst>
                <a:path w="251" h="22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2202"/>
                  </a:lnTo>
                  <a:lnTo>
                    <a:pt x="0" y="22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3" name="Google Shape;2443;p22"/>
            <p:cNvSpPr/>
            <p:nvPr/>
          </p:nvSpPr>
          <p:spPr>
            <a:xfrm rot="5400000">
              <a:off x="19447" y="3124122"/>
              <a:ext cx="82606" cy="121534"/>
            </a:xfrm>
            <a:custGeom>
              <a:avLst/>
              <a:gdLst/>
              <a:ahLst/>
              <a:cxnLst/>
              <a:rect l="l" t="t" r="r" b="b"/>
              <a:pathLst>
                <a:path w="250" h="96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964"/>
                  </a:lnTo>
                  <a:lnTo>
                    <a:pt x="0" y="9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4" name="Google Shape;2444;p22"/>
            <p:cNvSpPr/>
            <p:nvPr/>
          </p:nvSpPr>
          <p:spPr>
            <a:xfrm rot="5400000">
              <a:off x="-10936" y="3839808"/>
              <a:ext cx="82606" cy="60767"/>
            </a:xfrm>
            <a:custGeom>
              <a:avLst/>
              <a:gdLst/>
              <a:ahLst/>
              <a:cxnLst/>
              <a:rect l="l" t="t" r="r" b="b"/>
              <a:pathLst>
                <a:path w="250" h="48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2"/>
                  </a:lnTo>
                  <a:lnTo>
                    <a:pt x="0" y="48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5" name="Google Shape;2445;p22"/>
            <p:cNvSpPr/>
            <p:nvPr/>
          </p:nvSpPr>
          <p:spPr>
            <a:xfrm rot="5400000">
              <a:off x="36404" y="3655341"/>
              <a:ext cx="82606" cy="155447"/>
            </a:xfrm>
            <a:custGeom>
              <a:avLst/>
              <a:gdLst/>
              <a:ahLst/>
              <a:cxnLst/>
              <a:rect l="l" t="t" r="r" b="b"/>
              <a:pathLst>
                <a:path w="250" h="123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33"/>
                  </a:lnTo>
                  <a:lnTo>
                    <a:pt x="0" y="12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6" name="Google Shape;2446;p22"/>
            <p:cNvSpPr/>
            <p:nvPr/>
          </p:nvSpPr>
          <p:spPr>
            <a:xfrm rot="5400000">
              <a:off x="23001" y="4354047"/>
              <a:ext cx="82937" cy="128972"/>
            </a:xfrm>
            <a:custGeom>
              <a:avLst/>
              <a:gdLst/>
              <a:ahLst/>
              <a:cxnLst/>
              <a:rect l="l" t="t" r="r" b="b"/>
              <a:pathLst>
                <a:path w="251" h="1023" extrusionOk="0">
                  <a:moveTo>
                    <a:pt x="0" y="0"/>
                  </a:moveTo>
                  <a:lnTo>
                    <a:pt x="251" y="0"/>
                  </a:lnTo>
                  <a:lnTo>
                    <a:pt x="251" y="1023"/>
                  </a:lnTo>
                  <a:lnTo>
                    <a:pt x="0" y="102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7" name="Google Shape;2447;p22"/>
            <p:cNvSpPr/>
            <p:nvPr/>
          </p:nvSpPr>
          <p:spPr>
            <a:xfrm rot="5400000">
              <a:off x="2995" y="4237257"/>
              <a:ext cx="82606" cy="88629"/>
            </a:xfrm>
            <a:custGeom>
              <a:avLst/>
              <a:gdLst/>
              <a:ahLst/>
              <a:cxnLst/>
              <a:rect l="l" t="t" r="r" b="b"/>
              <a:pathLst>
                <a:path w="250" h="70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03"/>
                  </a:lnTo>
                  <a:lnTo>
                    <a:pt x="0" y="70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8" name="Google Shape;2448;p22"/>
            <p:cNvSpPr/>
            <p:nvPr/>
          </p:nvSpPr>
          <p:spPr>
            <a:xfrm rot="5400000">
              <a:off x="12324" y="4501851"/>
              <a:ext cx="82606" cy="107288"/>
            </a:xfrm>
            <a:custGeom>
              <a:avLst/>
              <a:gdLst/>
              <a:ahLst/>
              <a:cxnLst/>
              <a:rect l="l" t="t" r="r" b="b"/>
              <a:pathLst>
                <a:path w="250" h="851" extrusionOk="0">
                  <a:moveTo>
                    <a:pt x="0" y="0"/>
                  </a:moveTo>
                  <a:lnTo>
                    <a:pt x="250" y="0"/>
                  </a:lnTo>
                  <a:lnTo>
                    <a:pt x="250" y="851"/>
                  </a:lnTo>
                  <a:lnTo>
                    <a:pt x="0" y="85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9" name="Google Shape;2449;p22"/>
            <p:cNvSpPr/>
            <p:nvPr/>
          </p:nvSpPr>
          <p:spPr>
            <a:xfrm rot="5400000">
              <a:off x="67418" y="4035708"/>
              <a:ext cx="82606" cy="217475"/>
            </a:xfrm>
            <a:custGeom>
              <a:avLst/>
              <a:gdLst/>
              <a:ahLst/>
              <a:cxnLst/>
              <a:rect l="l" t="t" r="r" b="b"/>
              <a:pathLst>
                <a:path w="250" h="172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725"/>
                  </a:lnTo>
                  <a:lnTo>
                    <a:pt x="0" y="17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0" name="Google Shape;2450;p22"/>
            <p:cNvSpPr/>
            <p:nvPr/>
          </p:nvSpPr>
          <p:spPr>
            <a:xfrm rot="5400000">
              <a:off x="46427" y="3234269"/>
              <a:ext cx="82606" cy="175493"/>
            </a:xfrm>
            <a:custGeom>
              <a:avLst/>
              <a:gdLst/>
              <a:ahLst/>
              <a:cxnLst/>
              <a:rect l="l" t="t" r="r" b="b"/>
              <a:pathLst>
                <a:path w="250" h="139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392"/>
                  </a:lnTo>
                  <a:lnTo>
                    <a:pt x="0" y="13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1" name="Google Shape;2451;p22"/>
            <p:cNvSpPr/>
            <p:nvPr/>
          </p:nvSpPr>
          <p:spPr>
            <a:xfrm rot="5400000">
              <a:off x="32370" y="2151973"/>
              <a:ext cx="82606" cy="147379"/>
            </a:xfrm>
            <a:custGeom>
              <a:avLst/>
              <a:gdLst/>
              <a:ahLst/>
              <a:cxnLst/>
              <a:rect l="l" t="t" r="r" b="b"/>
              <a:pathLst>
                <a:path w="250" h="1169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9"/>
                  </a:lnTo>
                  <a:lnTo>
                    <a:pt x="0" y="116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2" name="Google Shape;2452;p22"/>
            <p:cNvSpPr/>
            <p:nvPr/>
          </p:nvSpPr>
          <p:spPr>
            <a:xfrm rot="5400000">
              <a:off x="32306" y="1192479"/>
              <a:ext cx="82606" cy="147253"/>
            </a:xfrm>
            <a:custGeom>
              <a:avLst/>
              <a:gdLst/>
              <a:ahLst/>
              <a:cxnLst/>
              <a:rect l="l" t="t" r="r" b="b"/>
              <a:pathLst>
                <a:path w="250" h="1168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168"/>
                  </a:lnTo>
                  <a:lnTo>
                    <a:pt x="0" y="11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3" name="Google Shape;2453;p22"/>
            <p:cNvSpPr/>
            <p:nvPr/>
          </p:nvSpPr>
          <p:spPr>
            <a:xfrm rot="5400000">
              <a:off x="6777" y="943756"/>
              <a:ext cx="82606" cy="96193"/>
            </a:xfrm>
            <a:custGeom>
              <a:avLst/>
              <a:gdLst/>
              <a:ahLst/>
              <a:cxnLst/>
              <a:rect l="l" t="t" r="r" b="b"/>
              <a:pathLst>
                <a:path w="250" h="763" extrusionOk="0">
                  <a:moveTo>
                    <a:pt x="0" y="0"/>
                  </a:moveTo>
                  <a:lnTo>
                    <a:pt x="250" y="0"/>
                  </a:lnTo>
                  <a:lnTo>
                    <a:pt x="250" y="763"/>
                  </a:lnTo>
                  <a:lnTo>
                    <a:pt x="0" y="76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4" name="Google Shape;2454;p22"/>
            <p:cNvSpPr/>
            <p:nvPr/>
          </p:nvSpPr>
          <p:spPr>
            <a:xfrm rot="5400000">
              <a:off x="6549" y="669730"/>
              <a:ext cx="82937" cy="96067"/>
            </a:xfrm>
            <a:custGeom>
              <a:avLst/>
              <a:gdLst/>
              <a:ahLst/>
              <a:cxnLst/>
              <a:rect l="l" t="t" r="r" b="b"/>
              <a:pathLst>
                <a:path w="251" h="76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762"/>
                  </a:lnTo>
                  <a:lnTo>
                    <a:pt x="0" y="76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5" name="Google Shape;2455;p22"/>
            <p:cNvSpPr/>
            <p:nvPr/>
          </p:nvSpPr>
          <p:spPr>
            <a:xfrm rot="5400000">
              <a:off x="38988" y="774417"/>
              <a:ext cx="82606" cy="160616"/>
            </a:xfrm>
            <a:custGeom>
              <a:avLst/>
              <a:gdLst/>
              <a:ahLst/>
              <a:cxnLst/>
              <a:rect l="l" t="t" r="r" b="b"/>
              <a:pathLst>
                <a:path w="250" h="127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274"/>
                  </a:lnTo>
                  <a:lnTo>
                    <a:pt x="0" y="12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6" name="Google Shape;2456;p22"/>
            <p:cNvSpPr/>
            <p:nvPr/>
          </p:nvSpPr>
          <p:spPr>
            <a:xfrm rot="5400000">
              <a:off x="-10747" y="1372660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7" name="Google Shape;2457;p22"/>
            <p:cNvSpPr/>
            <p:nvPr/>
          </p:nvSpPr>
          <p:spPr>
            <a:xfrm rot="5400000">
              <a:off x="-10912" y="1783875"/>
              <a:ext cx="82937" cy="61145"/>
            </a:xfrm>
            <a:custGeom>
              <a:avLst/>
              <a:gdLst/>
              <a:ahLst/>
              <a:cxnLst/>
              <a:rect l="l" t="t" r="r" b="b"/>
              <a:pathLst>
                <a:path w="251" h="485" extrusionOk="0">
                  <a:moveTo>
                    <a:pt x="0" y="0"/>
                  </a:moveTo>
                  <a:lnTo>
                    <a:pt x="251" y="0"/>
                  </a:lnTo>
                  <a:lnTo>
                    <a:pt x="251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8" name="Google Shape;2458;p22"/>
            <p:cNvSpPr/>
            <p:nvPr/>
          </p:nvSpPr>
          <p:spPr>
            <a:xfrm rot="5400000">
              <a:off x="-10747" y="2332216"/>
              <a:ext cx="82606" cy="61145"/>
            </a:xfrm>
            <a:custGeom>
              <a:avLst/>
              <a:gdLst/>
              <a:ahLst/>
              <a:cxnLst/>
              <a:rect l="l" t="t" r="r" b="b"/>
              <a:pathLst>
                <a:path w="250" h="485" extrusionOk="0">
                  <a:moveTo>
                    <a:pt x="0" y="0"/>
                  </a:moveTo>
                  <a:lnTo>
                    <a:pt x="250" y="0"/>
                  </a:lnTo>
                  <a:lnTo>
                    <a:pt x="250" y="485"/>
                  </a:lnTo>
                  <a:lnTo>
                    <a:pt x="0" y="48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9" name="Google Shape;2459;p22"/>
            <p:cNvSpPr/>
            <p:nvPr/>
          </p:nvSpPr>
          <p:spPr>
            <a:xfrm rot="5400000">
              <a:off x="73532" y="2932910"/>
              <a:ext cx="82606" cy="229704"/>
            </a:xfrm>
            <a:custGeom>
              <a:avLst/>
              <a:gdLst/>
              <a:ahLst/>
              <a:cxnLst/>
              <a:rect l="l" t="t" r="r" b="b"/>
              <a:pathLst>
                <a:path w="250" h="182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22"/>
                  </a:lnTo>
                  <a:lnTo>
                    <a:pt x="0" y="182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0" name="Google Shape;2460;p22"/>
            <p:cNvSpPr/>
            <p:nvPr/>
          </p:nvSpPr>
          <p:spPr>
            <a:xfrm rot="5400000">
              <a:off x="-22283" y="2754471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1" name="Google Shape;2461;p22"/>
            <p:cNvSpPr/>
            <p:nvPr/>
          </p:nvSpPr>
          <p:spPr>
            <a:xfrm rot="5400000">
              <a:off x="-22448" y="3577067"/>
              <a:ext cx="82937" cy="38074"/>
            </a:xfrm>
            <a:custGeom>
              <a:avLst/>
              <a:gdLst/>
              <a:ahLst/>
              <a:cxnLst/>
              <a:rect l="l" t="t" r="r" b="b"/>
              <a:pathLst>
                <a:path w="251" h="302" extrusionOk="0">
                  <a:moveTo>
                    <a:pt x="0" y="0"/>
                  </a:moveTo>
                  <a:lnTo>
                    <a:pt x="251" y="0"/>
                  </a:lnTo>
                  <a:lnTo>
                    <a:pt x="251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2" name="Google Shape;2462;p22"/>
            <p:cNvSpPr/>
            <p:nvPr/>
          </p:nvSpPr>
          <p:spPr>
            <a:xfrm rot="5400000">
              <a:off x="-22283" y="3988282"/>
              <a:ext cx="82606" cy="38074"/>
            </a:xfrm>
            <a:custGeom>
              <a:avLst/>
              <a:gdLst/>
              <a:ahLst/>
              <a:cxnLst/>
              <a:rect l="l" t="t" r="r" b="b"/>
              <a:pathLst>
                <a:path w="250" h="30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302"/>
                  </a:lnTo>
                  <a:lnTo>
                    <a:pt x="0" y="30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3" name="Google Shape;2463;p22"/>
            <p:cNvSpPr/>
            <p:nvPr/>
          </p:nvSpPr>
          <p:spPr>
            <a:xfrm rot="5400000">
              <a:off x="-26065" y="1113724"/>
              <a:ext cx="82606" cy="30510"/>
            </a:xfrm>
            <a:custGeom>
              <a:avLst/>
              <a:gdLst/>
              <a:ahLst/>
              <a:cxnLst/>
              <a:rect l="l" t="t" r="r" b="b"/>
              <a:pathLst>
                <a:path w="250" h="242" extrusionOk="0">
                  <a:moveTo>
                    <a:pt x="0" y="0"/>
                  </a:moveTo>
                  <a:lnTo>
                    <a:pt x="250" y="0"/>
                  </a:lnTo>
                  <a:lnTo>
                    <a:pt x="250" y="242"/>
                  </a:lnTo>
                  <a:lnTo>
                    <a:pt x="0" y="24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2100" rIns="90000" bIns="421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4" name="Google Shape;2464;p22"/>
            <p:cNvSpPr/>
            <p:nvPr/>
          </p:nvSpPr>
          <p:spPr>
            <a:xfrm rot="5400000">
              <a:off x="78071" y="461412"/>
              <a:ext cx="82606" cy="238781"/>
            </a:xfrm>
            <a:custGeom>
              <a:avLst/>
              <a:gdLst/>
              <a:ahLst/>
              <a:cxnLst/>
              <a:rect l="l" t="t" r="r" b="b"/>
              <a:pathLst>
                <a:path w="250" h="1894" extrusionOk="0">
                  <a:moveTo>
                    <a:pt x="0" y="0"/>
                  </a:moveTo>
                  <a:lnTo>
                    <a:pt x="250" y="0"/>
                  </a:lnTo>
                  <a:lnTo>
                    <a:pt x="250" y="1894"/>
                  </a:lnTo>
                  <a:lnTo>
                    <a:pt x="0" y="18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0000" tIns="45000" rIns="90000" bIns="45000" anchor="ctr" anchorCtr="1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utfit ExtraBold"/>
              <a:buNone/>
              <a:defRPr sz="2800">
                <a:solidFill>
                  <a:schemeClr val="dk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●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○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ato"/>
              <a:buChar char="■"/>
              <a:defRPr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8" r:id="rId7"/>
    <p:sldLayoutId id="2147483659" r:id="rId8"/>
    <p:sldLayoutId id="2147483661" r:id="rId9"/>
    <p:sldLayoutId id="214748366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0" name="Google Shape;2590;p27"/>
          <p:cNvSpPr txBox="1">
            <a:spLocks noGrp="1"/>
          </p:cNvSpPr>
          <p:nvPr>
            <p:ph type="ctrTitle"/>
          </p:nvPr>
        </p:nvSpPr>
        <p:spPr>
          <a:xfrm>
            <a:off x="747242" y="1863362"/>
            <a:ext cx="7649515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DATA SCIENCE </a:t>
            </a:r>
            <a:br>
              <a:rPr lang="en" sz="3600" dirty="0"/>
            </a:br>
            <a:r>
              <a:rPr lang="en" sz="3600" dirty="0">
                <a:solidFill>
                  <a:schemeClr val="bg2"/>
                </a:solidFill>
              </a:rPr>
              <a:t>CAPSTONE</a:t>
            </a:r>
            <a:r>
              <a:rPr lang="en" sz="3600" dirty="0"/>
              <a:t> PROJECT </a:t>
            </a:r>
            <a:br>
              <a:rPr lang="en" sz="3600" dirty="0"/>
            </a:br>
            <a:r>
              <a:rPr lang="en" sz="6000" u="sng" dirty="0"/>
              <a:t>Diabetes Prediction</a:t>
            </a:r>
            <a:endParaRPr sz="4500" u="sng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5F7C3B-D737-640A-5D04-8AFDCDC09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26882"/>
            <a:ext cx="7704000" cy="572700"/>
          </a:xfrm>
        </p:spPr>
        <p:txBody>
          <a:bodyPr/>
          <a:lstStyle/>
          <a:p>
            <a:pPr>
              <a:tabLst>
                <a:tab pos="565150" algn="l"/>
              </a:tabLst>
            </a:pPr>
            <a:r>
              <a:rPr lang="en-US" dirty="0">
                <a:solidFill>
                  <a:schemeClr val="bg2"/>
                </a:solidFill>
              </a:rPr>
              <a:t>Aim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F80EAE-169C-47BB-E2E6-EB934ADE21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039" y="365760"/>
            <a:ext cx="694944" cy="694944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1E49586-0462-6A24-1AEE-C457E932DAE4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36576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ound Same Side Corner Rectangle 22">
            <a:extLst>
              <a:ext uri="{FF2B5EF4-FFF2-40B4-BE49-F238E27FC236}">
                <a16:creationId xmlns:a16="http://schemas.microsoft.com/office/drawing/2014/main" id="{CEAE837A-1651-02C8-101F-7BC3632EB8A7}"/>
              </a:ext>
            </a:extLst>
          </p:cNvPr>
          <p:cNvSpPr/>
          <p:nvPr/>
        </p:nvSpPr>
        <p:spPr>
          <a:xfrm rot="16200000">
            <a:off x="2606097" y="395046"/>
            <a:ext cx="748565" cy="2753836"/>
          </a:xfrm>
          <a:prstGeom prst="round2Same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4001137-8844-DC67-2DBC-EDB76CC9478A}"/>
              </a:ext>
            </a:extLst>
          </p:cNvPr>
          <p:cNvSpPr txBox="1"/>
          <p:nvPr/>
        </p:nvSpPr>
        <p:spPr>
          <a:xfrm>
            <a:off x="2514546" y="1618075"/>
            <a:ext cx="9316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Objective</a:t>
            </a:r>
          </a:p>
        </p:txBody>
      </p:sp>
      <p:sp>
        <p:nvSpPr>
          <p:cNvPr id="34" name="Round Same Side Corner Rectangle 33">
            <a:extLst>
              <a:ext uri="{FF2B5EF4-FFF2-40B4-BE49-F238E27FC236}">
                <a16:creationId xmlns:a16="http://schemas.microsoft.com/office/drawing/2014/main" id="{CF170F3D-859B-6E11-45CA-A4D3AA89A7DC}"/>
              </a:ext>
            </a:extLst>
          </p:cNvPr>
          <p:cNvSpPr/>
          <p:nvPr/>
        </p:nvSpPr>
        <p:spPr>
          <a:xfrm rot="16200000">
            <a:off x="2606097" y="2659782"/>
            <a:ext cx="748565" cy="2753836"/>
          </a:xfrm>
          <a:prstGeom prst="round2Same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ound Same Side Corner Rectangle 34">
            <a:extLst>
              <a:ext uri="{FF2B5EF4-FFF2-40B4-BE49-F238E27FC236}">
                <a16:creationId xmlns:a16="http://schemas.microsoft.com/office/drawing/2014/main" id="{764E1D0B-927A-4F26-714A-B968CA680C07}"/>
              </a:ext>
            </a:extLst>
          </p:cNvPr>
          <p:cNvSpPr/>
          <p:nvPr/>
        </p:nvSpPr>
        <p:spPr>
          <a:xfrm rot="16200000" flipV="1">
            <a:off x="5359935" y="1524731"/>
            <a:ext cx="748565" cy="2753838"/>
          </a:xfrm>
          <a:prstGeom prst="round2Same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6D07FED7-03D7-FF85-B9F4-A8DEF9535C01}"/>
              </a:ext>
            </a:extLst>
          </p:cNvPr>
          <p:cNvSpPr txBox="1"/>
          <p:nvPr/>
        </p:nvSpPr>
        <p:spPr>
          <a:xfrm>
            <a:off x="5164189" y="2747761"/>
            <a:ext cx="114005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Background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7D540991-06F0-0741-4B62-0C0A9A05F39F}"/>
              </a:ext>
            </a:extLst>
          </p:cNvPr>
          <p:cNvSpPr txBox="1"/>
          <p:nvPr/>
        </p:nvSpPr>
        <p:spPr>
          <a:xfrm>
            <a:off x="1638504" y="3882811"/>
            <a:ext cx="26837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New Zealand’s Diabetes Status</a:t>
            </a:r>
          </a:p>
        </p:txBody>
      </p:sp>
    </p:spTree>
    <p:extLst>
      <p:ext uri="{BB962C8B-B14F-4D97-AF65-F5344CB8AC3E}">
        <p14:creationId xmlns:p14="http://schemas.microsoft.com/office/powerpoint/2010/main" val="9349462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097FB-BCC7-8D42-F89F-7EBFC0C8CA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29768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Methodology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AC595-8328-4419-641C-D89D62B68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B63FE8A-5D99-CA49-9E0C-BF31CE2925D0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089837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49E39FE7-95EB-7279-1A8A-D37FBE939572}"/>
              </a:ext>
            </a:extLst>
          </p:cNvPr>
          <p:cNvSpPr/>
          <p:nvPr/>
        </p:nvSpPr>
        <p:spPr>
          <a:xfrm>
            <a:off x="1222744" y="1659447"/>
            <a:ext cx="6698511" cy="287079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ound Same Side Corner Rectangle 13">
            <a:extLst>
              <a:ext uri="{FF2B5EF4-FFF2-40B4-BE49-F238E27FC236}">
                <a16:creationId xmlns:a16="http://schemas.microsoft.com/office/drawing/2014/main" id="{813083EF-75CE-5C55-5F19-89252DDFE24E}"/>
              </a:ext>
            </a:extLst>
          </p:cNvPr>
          <p:cNvSpPr/>
          <p:nvPr/>
        </p:nvSpPr>
        <p:spPr>
          <a:xfrm rot="10800000">
            <a:off x="1760485" y="1946526"/>
            <a:ext cx="45719" cy="1433474"/>
          </a:xfrm>
          <a:prstGeom prst="round2Same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085A3EB3-9E9B-2C21-7636-8F0B7DA65E08}"/>
              </a:ext>
            </a:extLst>
          </p:cNvPr>
          <p:cNvCxnSpPr/>
          <p:nvPr/>
        </p:nvCxnSpPr>
        <p:spPr>
          <a:xfrm>
            <a:off x="1806205" y="2381693"/>
            <a:ext cx="426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F17BEC07-2D64-24EB-362A-461227241920}"/>
              </a:ext>
            </a:extLst>
          </p:cNvPr>
          <p:cNvSpPr txBox="1"/>
          <p:nvPr/>
        </p:nvSpPr>
        <p:spPr>
          <a:xfrm>
            <a:off x="2265585" y="2227804"/>
            <a:ext cx="240482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Missingness and Duplicates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93B8053F-0FBC-B791-C7BA-EADDCE092925}"/>
              </a:ext>
            </a:extLst>
          </p:cNvPr>
          <p:cNvCxnSpPr/>
          <p:nvPr/>
        </p:nvCxnSpPr>
        <p:spPr>
          <a:xfrm>
            <a:off x="1806205" y="2775098"/>
            <a:ext cx="426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424BE57A-8E2A-B13D-D467-F3D3E7E7E947}"/>
              </a:ext>
            </a:extLst>
          </p:cNvPr>
          <p:cNvSpPr txBox="1"/>
          <p:nvPr/>
        </p:nvSpPr>
        <p:spPr>
          <a:xfrm>
            <a:off x="2265585" y="2635837"/>
            <a:ext cx="12602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Hot Encoding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54A4C72-6EA1-9421-C7CF-8EE48DA0CD4C}"/>
              </a:ext>
            </a:extLst>
          </p:cNvPr>
          <p:cNvCxnSpPr/>
          <p:nvPr/>
        </p:nvCxnSpPr>
        <p:spPr>
          <a:xfrm>
            <a:off x="1806205" y="3200400"/>
            <a:ext cx="42663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ECE4BBC4-4280-F208-3623-D705A8ACD07D}"/>
              </a:ext>
            </a:extLst>
          </p:cNvPr>
          <p:cNvSpPr txBox="1"/>
          <p:nvPr/>
        </p:nvSpPr>
        <p:spPr>
          <a:xfrm>
            <a:off x="2232837" y="3029241"/>
            <a:ext cx="143821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Data Imbalance</a:t>
            </a:r>
          </a:p>
        </p:txBody>
      </p:sp>
    </p:spTree>
    <p:extLst>
      <p:ext uri="{BB962C8B-B14F-4D97-AF65-F5344CB8AC3E}">
        <p14:creationId xmlns:p14="http://schemas.microsoft.com/office/powerpoint/2010/main" val="34968595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F6DCE86-8F47-9BB8-1733-D8DD4A6D79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92CD25CA-DD9B-A0E5-2FFB-35A94674C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8056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HbA1c Levels Prediction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DFF04B2-D3AE-9DD4-5693-FC31A60E8CB2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920240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127" name="Picture 7" descr="A screenshot of a data sheet&#10;&#10;Description automatically generated">
            <a:extLst>
              <a:ext uri="{FF2B5EF4-FFF2-40B4-BE49-F238E27FC236}">
                <a16:creationId xmlns:a16="http://schemas.microsoft.com/office/drawing/2014/main" id="{D3CBBD50-E45A-1FC6-764E-E2EC706C02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2998" y="1624260"/>
            <a:ext cx="7318004" cy="270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61793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5" descr="A diagram of blue lines&#10;&#10;Description automatically generated">
            <a:extLst>
              <a:ext uri="{FF2B5EF4-FFF2-40B4-BE49-F238E27FC236}">
                <a16:creationId xmlns:a16="http://schemas.microsoft.com/office/drawing/2014/main" id="{01B34C8C-9906-ACD6-4711-1C84CA4DF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36910" y="1580480"/>
            <a:ext cx="3895209" cy="259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2" descr="A graph with blue bars&#10;&#10;Description automatically generated">
            <a:extLst>
              <a:ext uri="{FF2B5EF4-FFF2-40B4-BE49-F238E27FC236}">
                <a16:creationId xmlns:a16="http://schemas.microsoft.com/office/drawing/2014/main" id="{FE5B618E-6A66-6A9F-B061-38EA71EE57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1881" y="1580481"/>
            <a:ext cx="3062095" cy="2596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5457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FF3B17B-EF22-A61F-2552-9B46995307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494" y="1508928"/>
            <a:ext cx="3511246" cy="2987795"/>
          </a:xfrm>
          <a:prstGeom prst="rect">
            <a:avLst/>
          </a:prstGeom>
        </p:spPr>
      </p:pic>
      <p:sp>
        <p:nvSpPr>
          <p:cNvPr id="15" name="Subtitle 5">
            <a:extLst>
              <a:ext uri="{FF2B5EF4-FFF2-40B4-BE49-F238E27FC236}">
                <a16:creationId xmlns:a16="http://schemas.microsoft.com/office/drawing/2014/main" id="{8BD8FE0A-F96B-A1CD-0EF3-64C609BE3E52}"/>
              </a:ext>
            </a:extLst>
          </p:cNvPr>
          <p:cNvSpPr txBox="1">
            <a:spLocks/>
          </p:cNvSpPr>
          <p:nvPr/>
        </p:nvSpPr>
        <p:spPr>
          <a:xfrm>
            <a:off x="5737238" y="1226605"/>
            <a:ext cx="2703852" cy="4844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Outfit ExtraBold"/>
              <a:buNone/>
              <a:defRPr sz="1600" b="0" i="0" u="none" strike="noStrike" cap="none">
                <a:solidFill>
                  <a:schemeClr val="accent1"/>
                </a:solidFill>
                <a:latin typeface="Outfit ExtraBold"/>
                <a:ea typeface="Outfit ExtraBold"/>
                <a:cs typeface="Outfit ExtraBold"/>
                <a:sym typeface="Outfit ExtraBold"/>
              </a:defRPr>
            </a:lvl9pPr>
          </a:lstStyle>
          <a:p>
            <a:r>
              <a:rPr lang="en-US" sz="1200" dirty="0"/>
              <a:t>Performance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E701102-31D2-7EFD-6D16-E3A08CEB46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sp>
        <p:nvSpPr>
          <p:cNvPr id="20" name="Title 1">
            <a:extLst>
              <a:ext uri="{FF2B5EF4-FFF2-40B4-BE49-F238E27FC236}">
                <a16:creationId xmlns:a16="http://schemas.microsoft.com/office/drawing/2014/main" id="{BAA101CF-637D-DC33-0330-45FED58C8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8056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Diabetes Classification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01F8E1E-48DF-E9D3-8745-387F67BE63A6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8562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4" name="Picture 23">
            <a:extLst>
              <a:ext uri="{FF2B5EF4-FFF2-40B4-BE49-F238E27FC236}">
                <a16:creationId xmlns:a16="http://schemas.microsoft.com/office/drawing/2014/main" id="{E27A873E-EA5C-C95E-0448-A8A430ACB7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21848" y="1711087"/>
            <a:ext cx="3511246" cy="2622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156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4D90694-BB45-084E-CE3F-36D29904B0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3102493"/>
              </p:ext>
            </p:extLst>
          </p:nvPr>
        </p:nvGraphicFramePr>
        <p:xfrm>
          <a:off x="2167494" y="2571750"/>
          <a:ext cx="4509561" cy="1787600"/>
        </p:xfrm>
        <a:graphic>
          <a:graphicData uri="http://schemas.openxmlformats.org/drawingml/2006/table">
            <a:tbl>
              <a:tblPr>
                <a:tableStyleId>{21FA9783-7749-462E-A58D-64B99FE4ACD1}</a:tableStyleId>
              </a:tblPr>
              <a:tblGrid>
                <a:gridCol w="1503187">
                  <a:extLst>
                    <a:ext uri="{9D8B030D-6E8A-4147-A177-3AD203B41FA5}">
                      <a16:colId xmlns:a16="http://schemas.microsoft.com/office/drawing/2014/main" val="2052118966"/>
                    </a:ext>
                  </a:extLst>
                </a:gridCol>
                <a:gridCol w="1503187">
                  <a:extLst>
                    <a:ext uri="{9D8B030D-6E8A-4147-A177-3AD203B41FA5}">
                      <a16:colId xmlns:a16="http://schemas.microsoft.com/office/drawing/2014/main" val="1305438509"/>
                    </a:ext>
                  </a:extLst>
                </a:gridCol>
                <a:gridCol w="1503187">
                  <a:extLst>
                    <a:ext uri="{9D8B030D-6E8A-4147-A177-3AD203B41FA5}">
                      <a16:colId xmlns:a16="http://schemas.microsoft.com/office/drawing/2014/main" val="2613547576"/>
                    </a:ext>
                  </a:extLst>
                </a:gridCol>
              </a:tblGrid>
              <a:tr h="3575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1400" b="0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ANN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2444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Logistic</a:t>
                      </a:r>
                      <a:endParaRPr lang="en-US" sz="14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0407305"/>
                  </a:ext>
                </a:extLst>
              </a:tr>
              <a:tr h="3575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Accuracy​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0.83​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0.83​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0283494"/>
                  </a:ext>
                </a:extLst>
              </a:tr>
              <a:tr h="3575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Specificity​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0.83​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0.78​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941093295"/>
                  </a:ext>
                </a:extLst>
              </a:tr>
              <a:tr h="3575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Sensitivity​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0.83​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0.83​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88187030"/>
                  </a:ext>
                </a:extLst>
              </a:tr>
              <a:tr h="35752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solidFill>
                            <a:schemeClr val="tx1"/>
                          </a:solidFill>
                          <a:effectLst/>
                        </a:rPr>
                        <a:t>AUC​</a:t>
                      </a:r>
                      <a:endParaRPr lang="en-US" sz="1400" b="1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u="none" strike="noStrike" dirty="0">
                          <a:effectLst/>
                        </a:rPr>
                        <a:t>0.92​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u="none" strike="noStrike" dirty="0">
                          <a:effectLst/>
                        </a:rPr>
                        <a:t>0.91​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98461316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199E653F-6BF8-FB76-9FDF-D512A94FA298}"/>
              </a:ext>
            </a:extLst>
          </p:cNvPr>
          <p:cNvSpPr txBox="1"/>
          <p:nvPr/>
        </p:nvSpPr>
        <p:spPr>
          <a:xfrm>
            <a:off x="563526" y="446567"/>
            <a:ext cx="385874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ANN and Logistic Regression Test Evaluation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AF63EA-775A-8044-AA47-9EEDA4B322F0}"/>
              </a:ext>
            </a:extLst>
          </p:cNvPr>
          <p:cNvSpPr txBox="1"/>
          <p:nvPr/>
        </p:nvSpPr>
        <p:spPr>
          <a:xfrm>
            <a:off x="563526" y="1033913"/>
            <a:ext cx="30540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- What is Specificity and Sensitivity?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FB624D-AB3A-5406-59EE-81F6E7503F4F}"/>
              </a:ext>
            </a:extLst>
          </p:cNvPr>
          <p:cNvSpPr txBox="1"/>
          <p:nvPr/>
        </p:nvSpPr>
        <p:spPr>
          <a:xfrm>
            <a:off x="3409015" y="2233196"/>
            <a:ext cx="2026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2444D9"/>
                </a:solidFill>
                <a:latin typeface="Outfit SemiBold" pitchFamily="2" charset="0"/>
              </a:rPr>
              <a:t>Classification Table</a:t>
            </a:r>
          </a:p>
        </p:txBody>
      </p:sp>
    </p:spTree>
    <p:extLst>
      <p:ext uri="{BB962C8B-B14F-4D97-AF65-F5344CB8AC3E}">
        <p14:creationId xmlns:p14="http://schemas.microsoft.com/office/powerpoint/2010/main" val="6511373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D742A8C-A40A-8162-4D3C-4EF2EED7C2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E4CEDDD3-1BC9-688B-022F-F42D6244C7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8056"/>
            <a:ext cx="7704000" cy="572700"/>
          </a:xfrm>
        </p:spPr>
        <p:txBody>
          <a:bodyPr/>
          <a:lstStyle/>
          <a:p>
            <a:r>
              <a:rPr lang="en-US" dirty="0"/>
              <a:t>Gender Differences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B1D6E400-AA72-2CB6-B875-38F953370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53344081"/>
              </p:ext>
            </p:extLst>
          </p:nvPr>
        </p:nvGraphicFramePr>
        <p:xfrm>
          <a:off x="1798567" y="2625575"/>
          <a:ext cx="5546865" cy="1804680"/>
        </p:xfrm>
        <a:graphic>
          <a:graphicData uri="http://schemas.openxmlformats.org/drawingml/2006/table">
            <a:tbl>
              <a:tblPr/>
              <a:tblGrid>
                <a:gridCol w="1109373">
                  <a:extLst>
                    <a:ext uri="{9D8B030D-6E8A-4147-A177-3AD203B41FA5}">
                      <a16:colId xmlns:a16="http://schemas.microsoft.com/office/drawing/2014/main" val="119346067"/>
                    </a:ext>
                  </a:extLst>
                </a:gridCol>
                <a:gridCol w="1109373">
                  <a:extLst>
                    <a:ext uri="{9D8B030D-6E8A-4147-A177-3AD203B41FA5}">
                      <a16:colId xmlns:a16="http://schemas.microsoft.com/office/drawing/2014/main" val="1296617308"/>
                    </a:ext>
                  </a:extLst>
                </a:gridCol>
                <a:gridCol w="1109373">
                  <a:extLst>
                    <a:ext uri="{9D8B030D-6E8A-4147-A177-3AD203B41FA5}">
                      <a16:colId xmlns:a16="http://schemas.microsoft.com/office/drawing/2014/main" val="4294334306"/>
                    </a:ext>
                  </a:extLst>
                </a:gridCol>
                <a:gridCol w="1109373">
                  <a:extLst>
                    <a:ext uri="{9D8B030D-6E8A-4147-A177-3AD203B41FA5}">
                      <a16:colId xmlns:a16="http://schemas.microsoft.com/office/drawing/2014/main" val="472648548"/>
                    </a:ext>
                  </a:extLst>
                </a:gridCol>
                <a:gridCol w="1109373">
                  <a:extLst>
                    <a:ext uri="{9D8B030D-6E8A-4147-A177-3AD203B41FA5}">
                      <a16:colId xmlns:a16="http://schemas.microsoft.com/office/drawing/2014/main" val="4062390338"/>
                    </a:ext>
                  </a:extLst>
                </a:gridCol>
              </a:tblGrid>
              <a:tr h="300780">
                <a:tc rowSpan="2">
                  <a:txBody>
                    <a:bodyPr/>
                    <a:lstStyle/>
                    <a:p>
                      <a:pPr algn="l" rtl="0" fontAlgn="auto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b="0" i="0" dirty="0">
                          <a:solidFill>
                            <a:schemeClr val="bg1"/>
                          </a:solidFill>
                          <a:effectLst/>
                        </a:rPr>
                        <a:t>ANN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D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lnSpc>
                          <a:spcPts val="1575"/>
                        </a:lnSpc>
                        <a:buNone/>
                      </a:pP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b="0" i="0" dirty="0">
                          <a:solidFill>
                            <a:schemeClr val="bg1"/>
                          </a:solidFill>
                          <a:effectLst/>
                        </a:rPr>
                        <a:t>Logistic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rtl="0" fontAlgn="base">
                        <a:lnSpc>
                          <a:spcPts val="1575"/>
                        </a:lnSpc>
                        <a:buNone/>
                      </a:pP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5256315"/>
                  </a:ext>
                </a:extLst>
              </a:tr>
              <a:tr h="30078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Male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Female</a:t>
                      </a:r>
                      <a:r>
                        <a:rPr lang="en-US" sz="1400" b="0" i="0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chemeClr val="bg1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4D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b="0" i="0" dirty="0">
                          <a:solidFill>
                            <a:schemeClr val="bg1"/>
                          </a:solidFill>
                          <a:effectLst/>
                        </a:rPr>
                        <a:t>Male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b="0" i="0" dirty="0">
                          <a:solidFill>
                            <a:schemeClr val="bg1"/>
                          </a:solidFill>
                          <a:effectLst/>
                        </a:rPr>
                        <a:t>Female</a:t>
                      </a: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0744767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Accuracy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0.82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0.86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0.80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6173028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Specificity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0.82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0.87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0.81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0.85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8498575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Sensitivity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0.84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0.80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0.79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0.76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1296138"/>
                  </a:ext>
                </a:extLst>
              </a:tr>
              <a:tr h="300780"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AUC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  <a:r>
                        <a:rPr lang="en-US" sz="1400" b="0" i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0.93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0.90</a:t>
                      </a:r>
                      <a:r>
                        <a:rPr lang="en-US" sz="1400" b="0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base">
                        <a:lnSpc>
                          <a:spcPts val="1575"/>
                        </a:lnSpc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0.91</a:t>
                      </a:r>
                      <a:r>
                        <a:rPr lang="en-US" sz="1400" b="1" i="0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​</a:t>
                      </a:r>
                      <a:endParaRPr lang="en-US" b="1" i="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>
                    <a:lnL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9E9E9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1575164"/>
                  </a:ext>
                </a:extLst>
              </a:tr>
            </a:tbl>
          </a:graphicData>
        </a:graphic>
      </p:graphicFrame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3E1679F-FFBB-A55E-C255-A91C6213D093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911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97DEF554-4AE9-6DE7-33AD-9EF6BC8D9900}"/>
              </a:ext>
            </a:extLst>
          </p:cNvPr>
          <p:cNvSpPr txBox="1"/>
          <p:nvPr/>
        </p:nvSpPr>
        <p:spPr>
          <a:xfrm>
            <a:off x="475451" y="1346112"/>
            <a:ext cx="3615092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Same predictors dropped and threshold​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Males better sensitivity​</a:t>
            </a:r>
          </a:p>
          <a:p>
            <a:pPr marL="285750" indent="-285750" fontAlgn="base">
              <a:buFont typeface="Arial" panose="020B0604020202020204" pitchFamily="34" charset="0"/>
              <a:buChar char="•"/>
            </a:pPr>
            <a:r>
              <a:rPr lang="en-US" dirty="0"/>
              <a:t>Females overall perform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6F2E4BD-6328-C8BC-578E-FAFFC07928BA}"/>
              </a:ext>
            </a:extLst>
          </p:cNvPr>
          <p:cNvSpPr txBox="1"/>
          <p:nvPr/>
        </p:nvSpPr>
        <p:spPr>
          <a:xfrm>
            <a:off x="3409015" y="2233196"/>
            <a:ext cx="202651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>
                <a:solidFill>
                  <a:srgbClr val="2444D9"/>
                </a:solidFill>
                <a:latin typeface="Outfit SemiBold" pitchFamily="2" charset="0"/>
              </a:rPr>
              <a:t>Classification Table</a:t>
            </a:r>
          </a:p>
        </p:txBody>
      </p:sp>
    </p:spTree>
    <p:extLst>
      <p:ext uri="{BB962C8B-B14F-4D97-AF65-F5344CB8AC3E}">
        <p14:creationId xmlns:p14="http://schemas.microsoft.com/office/powerpoint/2010/main" val="28163017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E47063-632F-447F-432E-1D5D5ECB2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5025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Real World Application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1703663-A48D-0365-8E37-D2B302621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D7EDC8F-953F-DAF9-D323-EA57479127FC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1911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C7BA67F6-DF4E-E31A-1339-0A2DED522BC7}"/>
              </a:ext>
            </a:extLst>
          </p:cNvPr>
          <p:cNvSpPr txBox="1"/>
          <p:nvPr/>
        </p:nvSpPr>
        <p:spPr>
          <a:xfrm>
            <a:off x="-190110" y="1414839"/>
            <a:ext cx="457731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u="none" strike="noStrike" dirty="0">
                <a:solidFill>
                  <a:srgbClr val="2D3538"/>
                </a:solidFill>
                <a:effectLst/>
                <a:latin typeface="Lato" panose="020F0502020204030203" pitchFamily="34" charset="0"/>
              </a:rPr>
              <a:t>Diabetes ANN model</a:t>
            </a:r>
            <a:endParaRPr lang="en-US" b="1" dirty="0">
              <a:solidFill>
                <a:srgbClr val="2D3538"/>
              </a:solidFill>
              <a:latin typeface="Lato" panose="020F0502020204030203" pitchFamily="34" charset="0"/>
            </a:endParaRPr>
          </a:p>
          <a:p>
            <a:pPr algn="ctr"/>
            <a:r>
              <a:rPr lang="en-US" sz="1400" b="1" i="0" u="none" strike="noStrike" dirty="0">
                <a:solidFill>
                  <a:srgbClr val="2D3538"/>
                </a:solidFill>
                <a:effectLst/>
                <a:latin typeface="Lato" panose="020F0502020204030203" pitchFamily="34" charset="0"/>
              </a:rPr>
              <a:t>Features of High Importance</a:t>
            </a:r>
          </a:p>
          <a:p>
            <a:pPr algn="ctr"/>
            <a:r>
              <a:rPr lang="en-US" sz="1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​</a:t>
            </a:r>
            <a:endParaRPr lang="en-US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648F616-3257-EE88-C792-138D9C4B2C3F}"/>
              </a:ext>
            </a:extLst>
          </p:cNvPr>
          <p:cNvSpPr txBox="1"/>
          <p:nvPr/>
        </p:nvSpPr>
        <p:spPr>
          <a:xfrm>
            <a:off x="4566684" y="1477103"/>
            <a:ext cx="457731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1" i="0" u="none" strike="noStrike" dirty="0">
                <a:solidFill>
                  <a:srgbClr val="2D3538"/>
                </a:solidFill>
                <a:effectLst/>
                <a:latin typeface="Lato" panose="020F0502020204030203" pitchFamily="34" charset="0"/>
              </a:rPr>
              <a:t>HbA1c Level ANN Model</a:t>
            </a:r>
            <a:r>
              <a:rPr lang="en-US" sz="1400" b="0" i="0" dirty="0">
                <a:solidFill>
                  <a:srgbClr val="000000"/>
                </a:solidFill>
                <a:effectLst/>
                <a:latin typeface="Lato" panose="020F0502020204030203" pitchFamily="34" charset="0"/>
              </a:rPr>
              <a:t>​</a:t>
            </a:r>
            <a:endParaRPr lang="en-US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FF7D0AD7-9C7C-FB61-8C85-A845DE03AAEA}"/>
              </a:ext>
            </a:extLst>
          </p:cNvPr>
          <p:cNvCxnSpPr/>
          <p:nvPr/>
        </p:nvCxnSpPr>
        <p:spPr>
          <a:xfrm>
            <a:off x="4572000" y="1364999"/>
            <a:ext cx="0" cy="33334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ight Arrow 25">
            <a:extLst>
              <a:ext uri="{FF2B5EF4-FFF2-40B4-BE49-F238E27FC236}">
                <a16:creationId xmlns:a16="http://schemas.microsoft.com/office/drawing/2014/main" id="{927CDFD4-8226-9320-D032-C3D159533453}"/>
              </a:ext>
            </a:extLst>
          </p:cNvPr>
          <p:cNvSpPr/>
          <p:nvPr/>
        </p:nvSpPr>
        <p:spPr>
          <a:xfrm>
            <a:off x="365760" y="2349795"/>
            <a:ext cx="442314" cy="2219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BEDBD26-E852-76E9-EB5A-2AFD29E7DE9B}"/>
              </a:ext>
            </a:extLst>
          </p:cNvPr>
          <p:cNvSpPr txBox="1"/>
          <p:nvPr/>
        </p:nvSpPr>
        <p:spPr>
          <a:xfrm>
            <a:off x="992868" y="2306883"/>
            <a:ext cx="135005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Blood Glucose</a:t>
            </a:r>
          </a:p>
        </p:txBody>
      </p:sp>
      <p:sp>
        <p:nvSpPr>
          <p:cNvPr id="28" name="Right Arrow 27">
            <a:extLst>
              <a:ext uri="{FF2B5EF4-FFF2-40B4-BE49-F238E27FC236}">
                <a16:creationId xmlns:a16="http://schemas.microsoft.com/office/drawing/2014/main" id="{ABD6BF85-14FC-5329-9713-1079AAE5EF29}"/>
              </a:ext>
            </a:extLst>
          </p:cNvPr>
          <p:cNvSpPr/>
          <p:nvPr/>
        </p:nvSpPr>
        <p:spPr>
          <a:xfrm>
            <a:off x="365760" y="2998381"/>
            <a:ext cx="442314" cy="2219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>
            <a:extLst>
              <a:ext uri="{FF2B5EF4-FFF2-40B4-BE49-F238E27FC236}">
                <a16:creationId xmlns:a16="http://schemas.microsoft.com/office/drawing/2014/main" id="{61DCC287-0C95-874C-FAE6-C5D1F0426E01}"/>
              </a:ext>
            </a:extLst>
          </p:cNvPr>
          <p:cNvSpPr/>
          <p:nvPr/>
        </p:nvSpPr>
        <p:spPr>
          <a:xfrm>
            <a:off x="365760" y="3625702"/>
            <a:ext cx="442314" cy="2219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5C0D08-B51A-5910-4B8D-A95739DB92ED}"/>
              </a:ext>
            </a:extLst>
          </p:cNvPr>
          <p:cNvSpPr txBox="1"/>
          <p:nvPr/>
        </p:nvSpPr>
        <p:spPr>
          <a:xfrm>
            <a:off x="992868" y="2955469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BMI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1EC67E5-A953-4CAA-DCD8-998161AD0D97}"/>
              </a:ext>
            </a:extLst>
          </p:cNvPr>
          <p:cNvSpPr txBox="1"/>
          <p:nvPr/>
        </p:nvSpPr>
        <p:spPr>
          <a:xfrm>
            <a:off x="992868" y="3581843"/>
            <a:ext cx="5036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Age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14144CB-8C06-A224-A8DF-55E1D3E9802F}"/>
              </a:ext>
            </a:extLst>
          </p:cNvPr>
          <p:cNvSpPr txBox="1"/>
          <p:nvPr/>
        </p:nvSpPr>
        <p:spPr>
          <a:xfrm>
            <a:off x="5531184" y="2306882"/>
            <a:ext cx="126989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Early flagging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A3105BDB-0F85-D73A-F5C1-4EDABBF43AE8}"/>
              </a:ext>
            </a:extLst>
          </p:cNvPr>
          <p:cNvSpPr/>
          <p:nvPr/>
        </p:nvSpPr>
        <p:spPr>
          <a:xfrm>
            <a:off x="4937760" y="2349795"/>
            <a:ext cx="442314" cy="2219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924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818067-D8BC-31D0-A884-366E5B1224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9848" y="445025"/>
            <a:ext cx="7704000" cy="572700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Conclusion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985E85-D7A1-AFAF-8B16-DC56FDA92D27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713232" y="2346044"/>
            <a:ext cx="7702550" cy="334963"/>
          </a:xfrm>
        </p:spPr>
        <p:txBody>
          <a:bodyPr/>
          <a:lstStyle/>
          <a:p>
            <a:pPr marL="139700" indent="0">
              <a:buNone/>
            </a:pPr>
            <a:r>
              <a:rPr lang="en-US" dirty="0"/>
              <a:t>Weak model</a:t>
            </a:r>
          </a:p>
          <a:p>
            <a:pPr marL="139700" indent="0">
              <a:buNone/>
            </a:pPr>
            <a:r>
              <a:rPr lang="en-US" dirty="0"/>
              <a:t> </a:t>
            </a:r>
          </a:p>
          <a:p>
            <a:pPr marL="13970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6743E0-5B98-1573-A2AA-510F3C7F03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65760"/>
            <a:ext cx="694944" cy="69494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18841EA-5BA0-4C55-F1EA-9DC339980912}"/>
              </a:ext>
            </a:extLst>
          </p:cNvPr>
          <p:cNvSpPr txBox="1"/>
          <p:nvPr/>
        </p:nvSpPr>
        <p:spPr>
          <a:xfrm>
            <a:off x="4572000" y="4965290"/>
            <a:ext cx="962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AA7D2F8E-0439-302B-B7FD-F8886C3D55B2}"/>
              </a:ext>
            </a:extLst>
          </p:cNvPr>
          <p:cNvCxnSpPr>
            <a:cxnSpLocks/>
          </p:cNvCxnSpPr>
          <p:nvPr/>
        </p:nvCxnSpPr>
        <p:spPr>
          <a:xfrm>
            <a:off x="1143000" y="1011612"/>
            <a:ext cx="941832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13857DB-3C57-47BF-885A-E3F9B51F3797}"/>
              </a:ext>
            </a:extLst>
          </p:cNvPr>
          <p:cNvSpPr txBox="1"/>
          <p:nvPr/>
        </p:nvSpPr>
        <p:spPr>
          <a:xfrm>
            <a:off x="858043" y="1745997"/>
            <a:ext cx="370646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ANN performs better than logistic regression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2F5FA6-D71B-98AC-1C5C-01DCB94BE962}"/>
              </a:ext>
            </a:extLst>
          </p:cNvPr>
          <p:cNvSpPr txBox="1"/>
          <p:nvPr/>
        </p:nvSpPr>
        <p:spPr>
          <a:xfrm>
            <a:off x="844390" y="3156552"/>
            <a:ext cx="317747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Gender based: female model is better</a:t>
            </a:r>
          </a:p>
        </p:txBody>
      </p:sp>
    </p:spTree>
    <p:extLst>
      <p:ext uri="{BB962C8B-B14F-4D97-AF65-F5344CB8AC3E}">
        <p14:creationId xmlns:p14="http://schemas.microsoft.com/office/powerpoint/2010/main" val="1840900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oogle Shape;2590;p27">
            <a:extLst>
              <a:ext uri="{FF2B5EF4-FFF2-40B4-BE49-F238E27FC236}">
                <a16:creationId xmlns:a16="http://schemas.microsoft.com/office/drawing/2014/main" id="{D1E50C7F-DE79-D62A-6ED6-D72C092CEDB8}"/>
              </a:ext>
            </a:extLst>
          </p:cNvPr>
          <p:cNvSpPr txBox="1">
            <a:spLocks/>
          </p:cNvSpPr>
          <p:nvPr/>
        </p:nvSpPr>
        <p:spPr>
          <a:xfrm>
            <a:off x="4810737" y="1592166"/>
            <a:ext cx="3540128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3600" b="1" dirty="0">
                <a:solidFill>
                  <a:schemeClr val="bg2"/>
                </a:solidFill>
                <a:latin typeface="Outfit ExtraBold" pitchFamily="2" charset="0"/>
              </a:rPr>
              <a:t>Thank you</a:t>
            </a:r>
          </a:p>
          <a:p>
            <a:pPr algn="ctr"/>
            <a:r>
              <a:rPr lang="en-US" sz="3600" b="1" dirty="0">
                <a:solidFill>
                  <a:schemeClr val="bg2"/>
                </a:solidFill>
                <a:latin typeface="Outfit ExtraBold" pitchFamily="2" charset="0"/>
              </a:rPr>
              <a:t>Any Questions?</a:t>
            </a:r>
            <a:endParaRPr lang="en-US" sz="4500" b="1" dirty="0">
              <a:solidFill>
                <a:schemeClr val="bg2"/>
              </a:solidFill>
              <a:latin typeface="Outfit ExtraBold" pitchFamily="2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59AAE1-C770-B9DC-B6AE-D31C60168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135" y="946150"/>
            <a:ext cx="3251200" cy="3251200"/>
          </a:xfrm>
          <a:prstGeom prst="rect">
            <a:avLst/>
          </a:prstGeom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9D4C396-E93B-3BE8-1A81-A3425680C89B}"/>
              </a:ext>
            </a:extLst>
          </p:cNvPr>
          <p:cNvCxnSpPr>
            <a:cxnSpLocks/>
          </p:cNvCxnSpPr>
          <p:nvPr/>
        </p:nvCxnSpPr>
        <p:spPr>
          <a:xfrm>
            <a:off x="5667195" y="3315900"/>
            <a:ext cx="1911096" cy="0"/>
          </a:xfrm>
          <a:prstGeom prst="line">
            <a:avLst/>
          </a:prstGeom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8451930"/>
      </p:ext>
    </p:extLst>
  </p:cSld>
  <p:clrMapOvr>
    <a:masterClrMapping/>
  </p:clrMapOvr>
</p:sld>
</file>

<file path=ppt/theme/theme1.xml><?xml version="1.0" encoding="utf-8"?>
<a:theme xmlns:a="http://schemas.openxmlformats.org/drawingml/2006/main" name="Bayesian Data Analysis - Master of Science in Biostatistics by Slidesgo">
  <a:themeElements>
    <a:clrScheme name="Simple Light">
      <a:dk1>
        <a:srgbClr val="2D3538"/>
      </a:dk1>
      <a:lt1>
        <a:srgbClr val="EDEEF3"/>
      </a:lt1>
      <a:dk2>
        <a:srgbClr val="3F4850"/>
      </a:dk2>
      <a:lt2>
        <a:srgbClr val="CDD1E0"/>
      </a:lt2>
      <a:accent1>
        <a:srgbClr val="2544D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D35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3886</TotalTime>
  <Words>235</Words>
  <Application>Microsoft Macintosh PowerPoint</Application>
  <PresentationFormat>On-screen Show (16:9)</PresentationFormat>
  <Paragraphs>85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Outfit ExtraBold</vt:lpstr>
      <vt:lpstr>Arial</vt:lpstr>
      <vt:lpstr>Lato</vt:lpstr>
      <vt:lpstr>Nunito Light</vt:lpstr>
      <vt:lpstr>Lato Light</vt:lpstr>
      <vt:lpstr>Outfit SemiBold</vt:lpstr>
      <vt:lpstr>Bayesian Data Analysis - Master of Science in Biostatistics by Slidesgo</vt:lpstr>
      <vt:lpstr>DATA SCIENCE  CAPSTONE PROJECT  Diabetes Prediction</vt:lpstr>
      <vt:lpstr>Aim</vt:lpstr>
      <vt:lpstr>Methodology</vt:lpstr>
      <vt:lpstr>HbA1c Levels Prediction</vt:lpstr>
      <vt:lpstr>PowerPoint Presentation</vt:lpstr>
      <vt:lpstr>Diabetes Classification</vt:lpstr>
      <vt:lpstr>PowerPoint Presentation</vt:lpstr>
      <vt:lpstr>Gender Differences</vt:lpstr>
      <vt:lpstr>Real World Application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Seavchhun Teng</cp:lastModifiedBy>
  <cp:revision>18</cp:revision>
  <dcterms:modified xsi:type="dcterms:W3CDTF">2025-10-14T20:52:40Z</dcterms:modified>
</cp:coreProperties>
</file>